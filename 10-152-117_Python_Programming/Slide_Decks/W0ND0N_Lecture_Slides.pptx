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3"/>
  </p:notesMasterIdLst>
  <p:handoutMasterIdLst>
    <p:handoutMasterId r:id="rId24"/>
  </p:handoutMasterIdLst>
  <p:sldIdLst>
    <p:sldId id="256" r:id="rId2"/>
    <p:sldId id="467" r:id="rId3"/>
    <p:sldId id="466" r:id="rId4"/>
    <p:sldId id="260" r:id="rId5"/>
    <p:sldId id="364" r:id="rId6"/>
    <p:sldId id="322" r:id="rId7"/>
    <p:sldId id="488" r:id="rId8"/>
    <p:sldId id="269" r:id="rId9"/>
    <p:sldId id="376" r:id="rId10"/>
    <p:sldId id="377" r:id="rId11"/>
    <p:sldId id="487" r:id="rId12"/>
    <p:sldId id="418" r:id="rId13"/>
    <p:sldId id="378" r:id="rId14"/>
    <p:sldId id="369" r:id="rId15"/>
    <p:sldId id="307" r:id="rId16"/>
    <p:sldId id="309" r:id="rId17"/>
    <p:sldId id="374" r:id="rId18"/>
    <p:sldId id="375" r:id="rId19"/>
    <p:sldId id="320" r:id="rId20"/>
    <p:sldId id="373" r:id="rId21"/>
    <p:sldId id="41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8900" autoAdjust="0"/>
  </p:normalViewPr>
  <p:slideViewPr>
    <p:cSldViewPr snapToGrid="0" snapToObjects="1">
      <p:cViewPr varScale="1">
        <p:scale>
          <a:sx n="73" d="100"/>
          <a:sy n="73" d="100"/>
        </p:scale>
        <p:origin x="26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72B69-4B4F-436A-B547-1FADC4FB29B4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5A4D4B-BFE9-4B6F-9A81-9F9C96F5DA38}">
      <dgm:prSet/>
      <dgm:spPr/>
      <dgm:t>
        <a:bodyPr/>
        <a:lstStyle/>
        <a:p>
          <a:r>
            <a:rPr lang="en-US" dirty="0"/>
            <a:t>Working baseline -&gt;</a:t>
          </a:r>
          <a:br>
            <a:rPr lang="en-US" dirty="0"/>
          </a:br>
          <a:r>
            <a:rPr lang="en-US" dirty="0"/>
            <a:t>compare structure -&gt;</a:t>
          </a:r>
          <a:br>
            <a:rPr lang="en-US" dirty="0"/>
          </a:br>
          <a:r>
            <a:rPr lang="en-US" dirty="0"/>
            <a:t>revise one meaningful thing -&gt; explain the improvement.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4FAABBF4-AB55-44FE-B6F0-B4BF829D004F}" type="parTrans" cxnId="{7F9DA8A4-8191-4121-8DA1-F0552EB3E440}">
      <dgm:prSet/>
      <dgm:spPr/>
      <dgm:t>
        <a:bodyPr/>
        <a:lstStyle/>
        <a:p>
          <a:endParaRPr lang="en-US"/>
        </a:p>
      </dgm:t>
    </dgm:pt>
    <dgm:pt modelId="{7E1354BB-EC61-4A45-99C9-75C6202CC56A}" type="sibTrans" cxnId="{7F9DA8A4-8191-4121-8DA1-F0552EB3E440}">
      <dgm:prSet/>
      <dgm:spPr/>
      <dgm:t>
        <a:bodyPr/>
        <a:lstStyle/>
        <a:p>
          <a:endParaRPr lang="en-US"/>
        </a:p>
      </dgm:t>
    </dgm:pt>
    <dgm:pt modelId="{EB5121E5-32EC-4CC1-8D66-D95323571777}">
      <dgm:prSet/>
      <dgm:spPr/>
      <dgm:t>
        <a:bodyPr/>
        <a:lstStyle/>
        <a:p>
          <a:r>
            <a:rPr lang="en-US" dirty="0"/>
            <a:t>A useful revision should make the program: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688F2547-1224-41BA-B5A3-11ACD36BDE10}" type="parTrans" cxnId="{6128F5AF-C1A9-41F0-B2F1-8F28816F04E7}">
      <dgm:prSet/>
      <dgm:spPr/>
      <dgm:t>
        <a:bodyPr/>
        <a:lstStyle/>
        <a:p>
          <a:endParaRPr lang="en-US"/>
        </a:p>
      </dgm:t>
    </dgm:pt>
    <dgm:pt modelId="{D6AD86F4-A6C8-4FE0-AF15-A11786D5D5A7}" type="sibTrans" cxnId="{6128F5AF-C1A9-41F0-B2F1-8F28816F04E7}">
      <dgm:prSet/>
      <dgm:spPr/>
      <dgm:t>
        <a:bodyPr/>
        <a:lstStyle/>
        <a:p>
          <a:endParaRPr lang="en-US"/>
        </a:p>
      </dgm:t>
    </dgm:pt>
    <dgm:pt modelId="{9182D038-504A-4BAB-926D-C43E3569DBBF}">
      <dgm:prSet/>
      <dgm:spPr/>
      <dgm:t>
        <a:bodyPr/>
        <a:lstStyle/>
        <a:p>
          <a:r>
            <a:rPr lang="en-US" dirty="0"/>
            <a:t>clearer</a:t>
          </a:r>
        </a:p>
      </dgm:t>
    </dgm:pt>
    <dgm:pt modelId="{00F85236-5344-4DED-89C4-7F145D94A221}" type="parTrans" cxnId="{C670E53E-9704-4E9D-9DD5-43CBCDDB40CF}">
      <dgm:prSet/>
      <dgm:spPr/>
      <dgm:t>
        <a:bodyPr/>
        <a:lstStyle/>
        <a:p>
          <a:endParaRPr lang="en-US"/>
        </a:p>
      </dgm:t>
    </dgm:pt>
    <dgm:pt modelId="{AF0FFC48-338E-4ACC-9B88-42F7B229AF6E}" type="sibTrans" cxnId="{C670E53E-9704-4E9D-9DD5-43CBCDDB40CF}">
      <dgm:prSet/>
      <dgm:spPr/>
      <dgm:t>
        <a:bodyPr/>
        <a:lstStyle/>
        <a:p>
          <a:endParaRPr lang="en-US"/>
        </a:p>
      </dgm:t>
    </dgm:pt>
    <dgm:pt modelId="{803D0F37-C69D-433A-8B5B-D4CF3107BCE9}">
      <dgm:prSet/>
      <dgm:spPr/>
      <dgm:t>
        <a:bodyPr/>
        <a:lstStyle/>
        <a:p>
          <a:r>
            <a:rPr lang="en-US" dirty="0"/>
            <a:t>easier to test</a:t>
          </a:r>
        </a:p>
      </dgm:t>
    </dgm:pt>
    <dgm:pt modelId="{0F8742D7-FE16-4859-8C1B-1BE78247EC74}" type="parTrans" cxnId="{96BD682A-FC68-4A7C-9512-924B325842BF}">
      <dgm:prSet/>
      <dgm:spPr/>
      <dgm:t>
        <a:bodyPr/>
        <a:lstStyle/>
        <a:p>
          <a:endParaRPr lang="en-US"/>
        </a:p>
      </dgm:t>
    </dgm:pt>
    <dgm:pt modelId="{0E35261A-B537-4AFB-863E-A615EE915685}" type="sibTrans" cxnId="{96BD682A-FC68-4A7C-9512-924B325842BF}">
      <dgm:prSet/>
      <dgm:spPr/>
      <dgm:t>
        <a:bodyPr/>
        <a:lstStyle/>
        <a:p>
          <a:endParaRPr lang="en-US"/>
        </a:p>
      </dgm:t>
    </dgm:pt>
    <dgm:pt modelId="{E7728A9D-D3DD-4591-9C7C-7E316C5C312A}">
      <dgm:prSet/>
      <dgm:spPr/>
      <dgm:t>
        <a:bodyPr/>
        <a:lstStyle/>
        <a:p>
          <a:r>
            <a:rPr lang="en-US" dirty="0"/>
            <a:t>easier to change</a:t>
          </a:r>
        </a:p>
      </dgm:t>
    </dgm:pt>
    <dgm:pt modelId="{BFC6AE8E-AD4A-4D3E-8207-F17AF33DBF15}" type="parTrans" cxnId="{65A72186-C2FC-4687-92E8-A27D6DD132EC}">
      <dgm:prSet/>
      <dgm:spPr/>
      <dgm:t>
        <a:bodyPr/>
        <a:lstStyle/>
        <a:p>
          <a:endParaRPr lang="en-US"/>
        </a:p>
      </dgm:t>
    </dgm:pt>
    <dgm:pt modelId="{A0B2B5BB-C1F7-46A1-94E8-3258A056C71B}" type="sibTrans" cxnId="{65A72186-C2FC-4687-92E8-A27D6DD132EC}">
      <dgm:prSet/>
      <dgm:spPr/>
      <dgm:t>
        <a:bodyPr/>
        <a:lstStyle/>
        <a:p>
          <a:endParaRPr lang="en-US"/>
        </a:p>
      </dgm:t>
    </dgm:pt>
    <dgm:pt modelId="{EFA31A2A-5CD7-4982-8FD7-0A79E8DF64F4}">
      <dgm:prSet/>
      <dgm:spPr/>
      <dgm:t>
        <a:bodyPr/>
        <a:lstStyle/>
        <a:p>
          <a:r>
            <a:rPr lang="en-US" dirty="0"/>
            <a:t>easier to explain</a:t>
          </a:r>
        </a:p>
      </dgm:t>
    </dgm:pt>
    <dgm:pt modelId="{607DAFC8-6764-4FFC-8726-E6F514E61ACC}" type="parTrans" cxnId="{AD071327-7821-4960-BDDB-E10EFF1F1E09}">
      <dgm:prSet/>
      <dgm:spPr/>
      <dgm:t>
        <a:bodyPr/>
        <a:lstStyle/>
        <a:p>
          <a:endParaRPr lang="en-US"/>
        </a:p>
      </dgm:t>
    </dgm:pt>
    <dgm:pt modelId="{74496212-F00F-40A5-91D1-4E6C3AEF82E9}" type="sibTrans" cxnId="{AD071327-7821-4960-BDDB-E10EFF1F1E09}">
      <dgm:prSet/>
      <dgm:spPr/>
      <dgm:t>
        <a:bodyPr/>
        <a:lstStyle/>
        <a:p>
          <a:endParaRPr lang="en-US"/>
        </a:p>
      </dgm:t>
    </dgm:pt>
    <dgm:pt modelId="{C02D4931-3D53-44B6-8786-4F33D4438E16}" type="pres">
      <dgm:prSet presAssocID="{A8972B69-4B4F-436A-B547-1FADC4FB29B4}" presName="Name0" presStyleCnt="0">
        <dgm:presLayoutVars>
          <dgm:dir/>
          <dgm:animLvl val="lvl"/>
          <dgm:resizeHandles val="exact"/>
        </dgm:presLayoutVars>
      </dgm:prSet>
      <dgm:spPr/>
    </dgm:pt>
    <dgm:pt modelId="{2F9D52CB-4845-4677-B495-47244B0A6919}" type="pres">
      <dgm:prSet presAssocID="{EB5121E5-32EC-4CC1-8D66-D95323571777}" presName="boxAndChildren" presStyleCnt="0"/>
      <dgm:spPr/>
    </dgm:pt>
    <dgm:pt modelId="{F94D21B4-717D-44F3-A5A2-7786D04B0D36}" type="pres">
      <dgm:prSet presAssocID="{EB5121E5-32EC-4CC1-8D66-D95323571777}" presName="parentTextBox" presStyleLbl="node1" presStyleIdx="0" presStyleCnt="2"/>
      <dgm:spPr/>
    </dgm:pt>
    <dgm:pt modelId="{461B57AD-775D-46BC-AF21-BF741DE08030}" type="pres">
      <dgm:prSet presAssocID="{EB5121E5-32EC-4CC1-8D66-D95323571777}" presName="entireBox" presStyleLbl="node1" presStyleIdx="0" presStyleCnt="2"/>
      <dgm:spPr/>
    </dgm:pt>
    <dgm:pt modelId="{83951E30-0CAF-40F5-A939-932BE4AB7938}" type="pres">
      <dgm:prSet presAssocID="{EB5121E5-32EC-4CC1-8D66-D95323571777}" presName="descendantBox" presStyleCnt="0"/>
      <dgm:spPr/>
    </dgm:pt>
    <dgm:pt modelId="{DFEB7707-965B-4E91-8967-EA2DDFBF218E}" type="pres">
      <dgm:prSet presAssocID="{9182D038-504A-4BAB-926D-C43E3569DBBF}" presName="childTextBox" presStyleLbl="fgAccFollowNode1" presStyleIdx="0" presStyleCnt="4">
        <dgm:presLayoutVars>
          <dgm:bulletEnabled val="1"/>
        </dgm:presLayoutVars>
      </dgm:prSet>
      <dgm:spPr/>
    </dgm:pt>
    <dgm:pt modelId="{B73B748A-13E7-4DEF-98B7-3EA10A235998}" type="pres">
      <dgm:prSet presAssocID="{803D0F37-C69D-433A-8B5B-D4CF3107BCE9}" presName="childTextBox" presStyleLbl="fgAccFollowNode1" presStyleIdx="1" presStyleCnt="4">
        <dgm:presLayoutVars>
          <dgm:bulletEnabled val="1"/>
        </dgm:presLayoutVars>
      </dgm:prSet>
      <dgm:spPr/>
    </dgm:pt>
    <dgm:pt modelId="{AF879534-F1EC-4012-93E0-D6A87B0DF1D2}" type="pres">
      <dgm:prSet presAssocID="{E7728A9D-D3DD-4591-9C7C-7E316C5C312A}" presName="childTextBox" presStyleLbl="fgAccFollowNode1" presStyleIdx="2" presStyleCnt="4">
        <dgm:presLayoutVars>
          <dgm:bulletEnabled val="1"/>
        </dgm:presLayoutVars>
      </dgm:prSet>
      <dgm:spPr/>
    </dgm:pt>
    <dgm:pt modelId="{0F565987-2C71-4DCF-A1C1-E0601B2C4C10}" type="pres">
      <dgm:prSet presAssocID="{EFA31A2A-5CD7-4982-8FD7-0A79E8DF64F4}" presName="childTextBox" presStyleLbl="fgAccFollowNode1" presStyleIdx="3" presStyleCnt="4">
        <dgm:presLayoutVars>
          <dgm:bulletEnabled val="1"/>
        </dgm:presLayoutVars>
      </dgm:prSet>
      <dgm:spPr/>
    </dgm:pt>
    <dgm:pt modelId="{9D5C837F-8017-4AB9-8994-F8CB0FDCE4BB}" type="pres">
      <dgm:prSet presAssocID="{7E1354BB-EC61-4A45-99C9-75C6202CC56A}" presName="sp" presStyleCnt="0"/>
      <dgm:spPr/>
    </dgm:pt>
    <dgm:pt modelId="{8A5E0D36-7A12-4198-A6F1-EA719691EE02}" type="pres">
      <dgm:prSet presAssocID="{A75A4D4B-BFE9-4B6F-9A81-9F9C96F5DA38}" presName="arrowAndChildren" presStyleCnt="0"/>
      <dgm:spPr/>
    </dgm:pt>
    <dgm:pt modelId="{882C4059-4D1A-489A-A4F8-99823542DCD9}" type="pres">
      <dgm:prSet presAssocID="{A75A4D4B-BFE9-4B6F-9A81-9F9C96F5DA38}" presName="parentTextArrow" presStyleLbl="node1" presStyleIdx="1" presStyleCnt="2"/>
      <dgm:spPr/>
    </dgm:pt>
  </dgm:ptLst>
  <dgm:cxnLst>
    <dgm:cxn modelId="{6C177617-F56F-4B49-AFF7-5A0268F91B6B}" type="presOf" srcId="{EFA31A2A-5CD7-4982-8FD7-0A79E8DF64F4}" destId="{0F565987-2C71-4DCF-A1C1-E0601B2C4C10}" srcOrd="0" destOrd="0" presId="urn:microsoft.com/office/officeart/2005/8/layout/process4"/>
    <dgm:cxn modelId="{69FB5222-4348-4978-B408-A352A515FB8C}" type="presOf" srcId="{A75A4D4B-BFE9-4B6F-9A81-9F9C96F5DA38}" destId="{882C4059-4D1A-489A-A4F8-99823542DCD9}" srcOrd="0" destOrd="0" presId="urn:microsoft.com/office/officeart/2005/8/layout/process4"/>
    <dgm:cxn modelId="{AD071327-7821-4960-BDDB-E10EFF1F1E09}" srcId="{EB5121E5-32EC-4CC1-8D66-D95323571777}" destId="{EFA31A2A-5CD7-4982-8FD7-0A79E8DF64F4}" srcOrd="3" destOrd="0" parTransId="{607DAFC8-6764-4FFC-8726-E6F514E61ACC}" sibTransId="{74496212-F00F-40A5-91D1-4E6C3AEF82E9}"/>
    <dgm:cxn modelId="{96BD682A-FC68-4A7C-9512-924B325842BF}" srcId="{EB5121E5-32EC-4CC1-8D66-D95323571777}" destId="{803D0F37-C69D-433A-8B5B-D4CF3107BCE9}" srcOrd="1" destOrd="0" parTransId="{0F8742D7-FE16-4859-8C1B-1BE78247EC74}" sibTransId="{0E35261A-B537-4AFB-863E-A615EE915685}"/>
    <dgm:cxn modelId="{C670E53E-9704-4E9D-9DD5-43CBCDDB40CF}" srcId="{EB5121E5-32EC-4CC1-8D66-D95323571777}" destId="{9182D038-504A-4BAB-926D-C43E3569DBBF}" srcOrd="0" destOrd="0" parTransId="{00F85236-5344-4DED-89C4-7F145D94A221}" sibTransId="{AF0FFC48-338E-4ACC-9B88-42F7B229AF6E}"/>
    <dgm:cxn modelId="{65304746-C94F-4A87-836B-B25C4460EDFE}" type="presOf" srcId="{A8972B69-4B4F-436A-B547-1FADC4FB29B4}" destId="{C02D4931-3D53-44B6-8786-4F33D4438E16}" srcOrd="0" destOrd="0" presId="urn:microsoft.com/office/officeart/2005/8/layout/process4"/>
    <dgm:cxn modelId="{86FA586D-A309-4F89-BEBC-8E25BE20F502}" type="presOf" srcId="{E7728A9D-D3DD-4591-9C7C-7E316C5C312A}" destId="{AF879534-F1EC-4012-93E0-D6A87B0DF1D2}" srcOrd="0" destOrd="0" presId="urn:microsoft.com/office/officeart/2005/8/layout/process4"/>
    <dgm:cxn modelId="{65A72186-C2FC-4687-92E8-A27D6DD132EC}" srcId="{EB5121E5-32EC-4CC1-8D66-D95323571777}" destId="{E7728A9D-D3DD-4591-9C7C-7E316C5C312A}" srcOrd="2" destOrd="0" parTransId="{BFC6AE8E-AD4A-4D3E-8207-F17AF33DBF15}" sibTransId="{A0B2B5BB-C1F7-46A1-94E8-3258A056C71B}"/>
    <dgm:cxn modelId="{7F9DA8A4-8191-4121-8DA1-F0552EB3E440}" srcId="{A8972B69-4B4F-436A-B547-1FADC4FB29B4}" destId="{A75A4D4B-BFE9-4B6F-9A81-9F9C96F5DA38}" srcOrd="0" destOrd="0" parTransId="{4FAABBF4-AB55-44FE-B6F0-B4BF829D004F}" sibTransId="{7E1354BB-EC61-4A45-99C9-75C6202CC56A}"/>
    <dgm:cxn modelId="{6128F5AF-C1A9-41F0-B2F1-8F28816F04E7}" srcId="{A8972B69-4B4F-436A-B547-1FADC4FB29B4}" destId="{EB5121E5-32EC-4CC1-8D66-D95323571777}" srcOrd="1" destOrd="0" parTransId="{688F2547-1224-41BA-B5A3-11ACD36BDE10}" sibTransId="{D6AD86F4-A6C8-4FE0-AF15-A11786D5D5A7}"/>
    <dgm:cxn modelId="{26A444C0-0B38-4634-AD5F-1C186FFB9DD9}" type="presOf" srcId="{EB5121E5-32EC-4CC1-8D66-D95323571777}" destId="{F94D21B4-717D-44F3-A5A2-7786D04B0D36}" srcOrd="0" destOrd="0" presId="urn:microsoft.com/office/officeart/2005/8/layout/process4"/>
    <dgm:cxn modelId="{AA7A9CC2-389C-483C-833A-85BA2F7F71E3}" type="presOf" srcId="{EB5121E5-32EC-4CC1-8D66-D95323571777}" destId="{461B57AD-775D-46BC-AF21-BF741DE08030}" srcOrd="1" destOrd="0" presId="urn:microsoft.com/office/officeart/2005/8/layout/process4"/>
    <dgm:cxn modelId="{C3B22DCE-5D0E-437E-8154-E79603D00EB0}" type="presOf" srcId="{803D0F37-C69D-433A-8B5B-D4CF3107BCE9}" destId="{B73B748A-13E7-4DEF-98B7-3EA10A235998}" srcOrd="0" destOrd="0" presId="urn:microsoft.com/office/officeart/2005/8/layout/process4"/>
    <dgm:cxn modelId="{30533CF7-A5A0-4A3A-8965-00558F955E74}" type="presOf" srcId="{9182D038-504A-4BAB-926D-C43E3569DBBF}" destId="{DFEB7707-965B-4E91-8967-EA2DDFBF218E}" srcOrd="0" destOrd="0" presId="urn:microsoft.com/office/officeart/2005/8/layout/process4"/>
    <dgm:cxn modelId="{585D769B-BC63-443D-9FA0-53C8DAB66774}" type="presParOf" srcId="{C02D4931-3D53-44B6-8786-4F33D4438E16}" destId="{2F9D52CB-4845-4677-B495-47244B0A6919}" srcOrd="0" destOrd="0" presId="urn:microsoft.com/office/officeart/2005/8/layout/process4"/>
    <dgm:cxn modelId="{E97CFB66-FF70-4107-B30F-A57E6B6A8384}" type="presParOf" srcId="{2F9D52CB-4845-4677-B495-47244B0A6919}" destId="{F94D21B4-717D-44F3-A5A2-7786D04B0D36}" srcOrd="0" destOrd="0" presId="urn:microsoft.com/office/officeart/2005/8/layout/process4"/>
    <dgm:cxn modelId="{EE78CE6C-8BD5-4A8D-B505-A0567AADA1A0}" type="presParOf" srcId="{2F9D52CB-4845-4677-B495-47244B0A6919}" destId="{461B57AD-775D-46BC-AF21-BF741DE08030}" srcOrd="1" destOrd="0" presId="urn:microsoft.com/office/officeart/2005/8/layout/process4"/>
    <dgm:cxn modelId="{E7D39302-13F5-4A10-A512-128E0F7A971C}" type="presParOf" srcId="{2F9D52CB-4845-4677-B495-47244B0A6919}" destId="{83951E30-0CAF-40F5-A939-932BE4AB7938}" srcOrd="2" destOrd="0" presId="urn:microsoft.com/office/officeart/2005/8/layout/process4"/>
    <dgm:cxn modelId="{E3D32C8D-9443-4048-821F-5B1B6697B3D5}" type="presParOf" srcId="{83951E30-0CAF-40F5-A939-932BE4AB7938}" destId="{DFEB7707-965B-4E91-8967-EA2DDFBF218E}" srcOrd="0" destOrd="0" presId="urn:microsoft.com/office/officeart/2005/8/layout/process4"/>
    <dgm:cxn modelId="{3BCE72BC-8051-4103-9A78-F725F8E4CCE6}" type="presParOf" srcId="{83951E30-0CAF-40F5-A939-932BE4AB7938}" destId="{B73B748A-13E7-4DEF-98B7-3EA10A235998}" srcOrd="1" destOrd="0" presId="urn:microsoft.com/office/officeart/2005/8/layout/process4"/>
    <dgm:cxn modelId="{BF6079DC-B224-4217-8BB5-B3D0569542A7}" type="presParOf" srcId="{83951E30-0CAF-40F5-A939-932BE4AB7938}" destId="{AF879534-F1EC-4012-93E0-D6A87B0DF1D2}" srcOrd="2" destOrd="0" presId="urn:microsoft.com/office/officeart/2005/8/layout/process4"/>
    <dgm:cxn modelId="{0195C394-B69D-4A68-A009-93074C77C183}" type="presParOf" srcId="{83951E30-0CAF-40F5-A939-932BE4AB7938}" destId="{0F565987-2C71-4DCF-A1C1-E0601B2C4C10}" srcOrd="3" destOrd="0" presId="urn:microsoft.com/office/officeart/2005/8/layout/process4"/>
    <dgm:cxn modelId="{A9721079-1872-4B55-871A-045E8D59C442}" type="presParOf" srcId="{C02D4931-3D53-44B6-8786-4F33D4438E16}" destId="{9D5C837F-8017-4AB9-8994-F8CB0FDCE4BB}" srcOrd="1" destOrd="0" presId="urn:microsoft.com/office/officeart/2005/8/layout/process4"/>
    <dgm:cxn modelId="{6D892BAF-62E3-4B31-A661-30BEE1A06D60}" type="presParOf" srcId="{C02D4931-3D53-44B6-8786-4F33D4438E16}" destId="{8A5E0D36-7A12-4198-A6F1-EA719691EE02}" srcOrd="2" destOrd="0" presId="urn:microsoft.com/office/officeart/2005/8/layout/process4"/>
    <dgm:cxn modelId="{BC255D68-898C-49C5-84DF-ECA8561F177F}" type="presParOf" srcId="{8A5E0D36-7A12-4198-A6F1-EA719691EE02}" destId="{882C4059-4D1A-489A-A4F8-99823542DCD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B57AD-775D-46BC-AF21-BF741DE08030}">
      <dsp:nvSpPr>
        <dsp:cNvPr id="0" name=""/>
        <dsp:cNvSpPr/>
      </dsp:nvSpPr>
      <dsp:spPr>
        <a:xfrm>
          <a:off x="0" y="2911050"/>
          <a:ext cx="5019610" cy="19099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useful revision should make the program:</a:t>
          </a:r>
        </a:p>
      </dsp:txBody>
      <dsp:txXfrm>
        <a:off x="0" y="2911050"/>
        <a:ext cx="5019610" cy="1031380"/>
      </dsp:txXfrm>
    </dsp:sp>
    <dsp:sp modelId="{DFEB7707-965B-4E91-8967-EA2DDFBF218E}">
      <dsp:nvSpPr>
        <dsp:cNvPr id="0" name=""/>
        <dsp:cNvSpPr/>
      </dsp:nvSpPr>
      <dsp:spPr>
        <a:xfrm>
          <a:off x="0" y="3904232"/>
          <a:ext cx="1254902" cy="87858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clearer</a:t>
          </a:r>
        </a:p>
      </dsp:txBody>
      <dsp:txXfrm>
        <a:off x="0" y="3904232"/>
        <a:ext cx="1254902" cy="878583"/>
      </dsp:txXfrm>
    </dsp:sp>
    <dsp:sp modelId="{B73B748A-13E7-4DEF-98B7-3EA10A235998}">
      <dsp:nvSpPr>
        <dsp:cNvPr id="0" name=""/>
        <dsp:cNvSpPr/>
      </dsp:nvSpPr>
      <dsp:spPr>
        <a:xfrm>
          <a:off x="1254902" y="3904232"/>
          <a:ext cx="1254902" cy="878583"/>
        </a:xfrm>
        <a:prstGeom prst="rect">
          <a:avLst/>
        </a:prstGeom>
        <a:solidFill>
          <a:schemeClr val="accent2">
            <a:tint val="40000"/>
            <a:alpha val="90000"/>
            <a:hueOff val="-3718424"/>
            <a:satOff val="16208"/>
            <a:lumOff val="119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3718424"/>
              <a:satOff val="16208"/>
              <a:lumOff val="1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easier to test</a:t>
          </a:r>
        </a:p>
      </dsp:txBody>
      <dsp:txXfrm>
        <a:off x="1254902" y="3904232"/>
        <a:ext cx="1254902" cy="878583"/>
      </dsp:txXfrm>
    </dsp:sp>
    <dsp:sp modelId="{AF879534-F1EC-4012-93E0-D6A87B0DF1D2}">
      <dsp:nvSpPr>
        <dsp:cNvPr id="0" name=""/>
        <dsp:cNvSpPr/>
      </dsp:nvSpPr>
      <dsp:spPr>
        <a:xfrm>
          <a:off x="2509805" y="3904232"/>
          <a:ext cx="1254902" cy="878583"/>
        </a:xfrm>
        <a:prstGeom prst="rect">
          <a:avLst/>
        </a:prstGeom>
        <a:solidFill>
          <a:schemeClr val="accent2">
            <a:tint val="40000"/>
            <a:alpha val="90000"/>
            <a:hueOff val="-7436848"/>
            <a:satOff val="32416"/>
            <a:lumOff val="2392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7436848"/>
              <a:satOff val="32416"/>
              <a:lumOff val="2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easier to change</a:t>
          </a:r>
        </a:p>
      </dsp:txBody>
      <dsp:txXfrm>
        <a:off x="2509805" y="3904232"/>
        <a:ext cx="1254902" cy="878583"/>
      </dsp:txXfrm>
    </dsp:sp>
    <dsp:sp modelId="{0F565987-2C71-4DCF-A1C1-E0601B2C4C10}">
      <dsp:nvSpPr>
        <dsp:cNvPr id="0" name=""/>
        <dsp:cNvSpPr/>
      </dsp:nvSpPr>
      <dsp:spPr>
        <a:xfrm>
          <a:off x="3764707" y="3904232"/>
          <a:ext cx="1254902" cy="878583"/>
        </a:xfrm>
        <a:prstGeom prst="rect">
          <a:avLst/>
        </a:prstGeom>
        <a:solidFill>
          <a:schemeClr val="accent2">
            <a:tint val="40000"/>
            <a:alpha val="90000"/>
            <a:hueOff val="-11155272"/>
            <a:satOff val="48624"/>
            <a:lumOff val="3588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11155272"/>
              <a:satOff val="48624"/>
              <a:lumOff val="358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easier to explain</a:t>
          </a:r>
        </a:p>
      </dsp:txBody>
      <dsp:txXfrm>
        <a:off x="3764707" y="3904232"/>
        <a:ext cx="1254902" cy="878583"/>
      </dsp:txXfrm>
    </dsp:sp>
    <dsp:sp modelId="{882C4059-4D1A-489A-A4F8-99823542DCD9}">
      <dsp:nvSpPr>
        <dsp:cNvPr id="0" name=""/>
        <dsp:cNvSpPr/>
      </dsp:nvSpPr>
      <dsp:spPr>
        <a:xfrm rot="10800000">
          <a:off x="0" y="2174"/>
          <a:ext cx="5019610" cy="2937525"/>
        </a:xfrm>
        <a:prstGeom prst="upArrowCallou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Working baseline -&gt;</a:t>
          </a:r>
          <a:br>
            <a:rPr lang="en-US" sz="2500" kern="1200" dirty="0"/>
          </a:br>
          <a:r>
            <a:rPr lang="en-US" sz="2500" kern="1200" dirty="0"/>
            <a:t>compare structure -&gt;</a:t>
          </a:r>
          <a:br>
            <a:rPr lang="en-US" sz="2500" kern="1200" dirty="0"/>
          </a:br>
          <a:r>
            <a:rPr lang="en-US" sz="2500" kern="1200" dirty="0"/>
            <a:t>revise one meaningful thing -&gt; explain the improvement.</a:t>
          </a:r>
        </a:p>
      </dsp:txBody>
      <dsp:txXfrm rot="10800000">
        <a:off x="0" y="2174"/>
        <a:ext cx="5019610" cy="1908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Ask students to recall one idea from each day:</a:t>
            </a:r>
          </a:p>
          <a:p>
            <a:r>
              <a:rPr lang="en-US" sz="1300" dirty="0"/>
              <a:t>- Monday: What does `print()` do?</a:t>
            </a:r>
          </a:p>
          <a:p>
            <a:r>
              <a:rPr lang="en-US" sz="1300" dirty="0"/>
              <a:t>- Tuesday: What does an expression create?</a:t>
            </a:r>
          </a:p>
          <a:p>
            <a:endParaRPr lang="en-US" sz="1300" dirty="0"/>
          </a:p>
          <a:p>
            <a:r>
              <a:rPr lang="en-US" sz="1300" dirty="0"/>
              <a:t>Keep this short. The point is to bridge into integration.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Now we focus on completing small programs, not collecting more topics.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3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833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29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3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** Instructor Notes ** </a:t>
            </a:r>
          </a:p>
          <a:p>
            <a:r>
              <a:rPr lang="en-US" dirty="0"/>
              <a:t>Step through the coding solution(s) for the Lab.</a:t>
            </a:r>
            <a:br>
              <a:rPr lang="en-US" dirty="0"/>
            </a:br>
            <a:r>
              <a:rPr lang="en-US" dirty="0"/>
              <a:t>Be sure to state that this is only *one* solution of many. </a:t>
            </a:r>
            <a:br>
              <a:rPr lang="en-US" dirty="0"/>
            </a:br>
            <a:r>
              <a:rPr lang="en-US" dirty="0"/>
              <a:t>NOT the best or only solution.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16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protects against both overbuilding and aimless polishing. </a:t>
            </a:r>
          </a:p>
          <a:p>
            <a:r>
              <a:rPr lang="en-US" sz="1300" dirty="0"/>
              <a:t>One meaningful improvement is enough.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Let's name what we will use today.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70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0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109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5109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rush the trace.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what low, high, and mid mean before running the binary search explanation.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is not that binary search "fails every time" on unsorted data.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is that it is not trustworthy because its reasoning no longer holds.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 the decisions, not just the final result.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7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74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that the “timing limitation” note is not an apology.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part of responsible technical communication.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limitation note shows that the student understands what the evidence can and cannot claim.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 by restating the difference between evidence and overclaiming.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3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44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image/65575/survey-feedback-accountant-aerial-view-business-calculator-check-checklist-choice-coffee-comput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358537"/>
            <a:ext cx="5826719" cy="2692299"/>
          </a:xfrm>
        </p:spPr>
        <p:txBody>
          <a:bodyPr/>
          <a:lstStyle/>
          <a:p>
            <a:r>
              <a:rPr lang="en-US" dirty="0"/>
              <a:t>Python Programming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n – Topic</a:t>
            </a:r>
          </a:p>
          <a:p>
            <a:r>
              <a:rPr lang="en-US" i="1" dirty="0"/>
              <a:t>Day n: “Subtitle”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34B9-4282-4F69-6D75-152BF890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FBCD-3E25-CBB7-2E73-683DBF46A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6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0D926-DDB4-ABA2-F676-65368B802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611" r="23342" b="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4AE7D7-0CEB-F126-08CD-348C3A2A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dirty="0"/>
              <a:t>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93D39-026B-C61D-D6A3-140878484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Monday made output visible.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Tuesday made numeric value flow visible.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76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1AD2-E72F-7796-291A-36CD121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 dirty="0"/>
              <a:t>What We Will Use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EC5C-1292-A4A2-1E2D-A19D199A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D50984-DDEB-A743-533E-89C11F357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3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6D73-36C1-785B-BF1E-F70A56E4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What We Will “Skip” For Now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A78D41-48A5-98C1-1F53-FB08BC3F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90"/>
            <a:ext cx="3915323" cy="3701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634669AE-52A5-F086-9BDE-17982042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5562" y="2159000"/>
            <a:ext cx="2359152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1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C1AB3-4E10-DC1D-19E9-262AA9AD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Review Coding 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68C51-4C04-4FB3-8831-97CAFAF56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43" b="6549"/>
          <a:stretch>
            <a:fillRect/>
          </a:stretch>
        </p:blipFill>
        <p:spPr>
          <a:xfrm>
            <a:off x="739476" y="609600"/>
            <a:ext cx="6216024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7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2258-2A42-7358-855B-3C842DFC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What Counts as Success Today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FB340-C6CC-FE68-2C30-7F4BB19196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145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413C-E473-7BB1-5818-2D164CEF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0655-1F44-A7A1-AD87-667B4768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/>
          </a:bodyPr>
          <a:lstStyle/>
          <a:p>
            <a:r>
              <a:rPr lang="en-US" dirty="0"/>
              <a:t>Topic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B117B-7548-ADF5-1699-217128A65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9E677-A23F-A29E-45EE-905BCE0D8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?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5F1924-E7B7-D63D-AEF2-560B04790698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241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FF8A41-8161-7F2E-C384-3F6C3C17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Secton</a:t>
            </a:r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F6F88-2E44-45BE-5E41-154C8AD9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1FA2D-2385-DABD-516E-8A2F33DC1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F92D707-4F6F-1707-563F-DAA7E83D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4257526-B660-46EC-83FB-51CCCEF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E54613B-CC3A-459D-97E1-23B891DE9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21385D-063D-42D0-BD60-907E9F826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21B275-E6A3-4146-9F5F-5CD2809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28E190A5-6423-4EE2-AF46-8B82F34BC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4A97AE97-5706-400B-8F09-602A25EA1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0785A-BE10-40E0-8A0F-805CD3F5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Demo #1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CD66695-C096-4E32-9AC2-19B4EFD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A97E83CA-07FA-4B94-A213-9E6DA6FA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A531E02F-6391-4B0C-B1E1-D67E8EFC4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8558EC-35CA-4EC8-BB31-75AB78AC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FD8B-5C86-3290-9577-EDD61563B509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“Basic Type Awareness”</a:t>
            </a:r>
          </a:p>
        </p:txBody>
      </p:sp>
    </p:spTree>
    <p:extLst>
      <p:ext uri="{BB962C8B-B14F-4D97-AF65-F5344CB8AC3E}">
        <p14:creationId xmlns:p14="http://schemas.microsoft.com/office/powerpoint/2010/main" val="85876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What to Watch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CDE13-EC6E-831B-0134-AE933CD2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30" r="39188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D0E5-C82A-2821-F372-34D79453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>
            <a:normAutofit/>
          </a:bodyPr>
          <a:lstStyle/>
          <a:p>
            <a:r>
              <a:rPr lang="en-US" dirty="0"/>
              <a:t>Demo Explanation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F6D4D-BE10-60D9-4BD4-003EB5B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72987" r="10239" b="-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8CB4BA4-5207-43FB-9FA5-62223EF7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3BE1-56FB-86D8-D85E-F894C535F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822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From Demo to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Lab 0n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6C1C5-46D3-5662-C887-3DA2319E7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61" r="438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9D7-DC22-67B7-C127-E213A7D7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r>
              <a:rPr lang="en-US" b="1" dirty="0"/>
              <a:t>README Evidence</a:t>
            </a:r>
            <a:endParaRPr lang="en-US" dirty="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ECC9DEAD-0143-BEB6-CDDF-ECA972867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A1EC-C9C7-D8BC-8C60-91337D1A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README should show:</a:t>
            </a:r>
          </a:p>
          <a:p>
            <a:r>
              <a:rPr lang="en-US" dirty="0" err="1"/>
              <a:t>aaa</a:t>
            </a:r>
            <a:endParaRPr lang="en-US" dirty="0"/>
          </a:p>
          <a:p>
            <a:r>
              <a:rPr lang="en-US" dirty="0"/>
              <a:t>AI-use note, if applicable</a:t>
            </a:r>
          </a:p>
        </p:txBody>
      </p:sp>
    </p:spTree>
    <p:extLst>
      <p:ext uri="{BB962C8B-B14F-4D97-AF65-F5344CB8AC3E}">
        <p14:creationId xmlns:p14="http://schemas.microsoft.com/office/powerpoint/2010/main" val="1923963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AI Use In Lab 0n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18" r="25100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Closing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A690D-4CB8-0C66-184B-33949F8D6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0622-6194-2CC7-4489-A2CB9355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Useful AI Prompt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359E-464A-DA30-EFD5-4AAB4A19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“Prompt goes here …”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728018-283E-379A-70A7-867E4A3D7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24" r="2743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410D77-E7C1-DDF5-0FD1-14A5194B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5021551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dirty="0"/>
              <a:t>Image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5C1AE-67D2-9312-4902-A1548DA13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599" y="609600"/>
            <a:ext cx="64008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0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10590</TotalTime>
  <Words>439</Words>
  <Application>Microsoft Office PowerPoint</Application>
  <PresentationFormat>On-screen Show (4:3)</PresentationFormat>
  <Paragraphs>94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Trebuchet MS</vt:lpstr>
      <vt:lpstr>Wingdings 3</vt:lpstr>
      <vt:lpstr>Facet</vt:lpstr>
      <vt:lpstr>Python Programming Foundations</vt:lpstr>
      <vt:lpstr>PowerPoint Presentation</vt:lpstr>
      <vt:lpstr>Quick Review</vt:lpstr>
      <vt:lpstr>What We Will Use Today</vt:lpstr>
      <vt:lpstr>What We Will “Skip” For Now</vt:lpstr>
      <vt:lpstr>Review Coding Lab</vt:lpstr>
      <vt:lpstr>What Counts as Success Today</vt:lpstr>
      <vt:lpstr>Topic</vt:lpstr>
      <vt:lpstr>Secton?</vt:lpstr>
      <vt:lpstr>Topic</vt:lpstr>
      <vt:lpstr>Demo #1</vt:lpstr>
      <vt:lpstr>What to Watch For</vt:lpstr>
      <vt:lpstr>PowerPoint Presentation</vt:lpstr>
      <vt:lpstr>Demo Explanation</vt:lpstr>
      <vt:lpstr>From Demo to Lab</vt:lpstr>
      <vt:lpstr>README Evidence</vt:lpstr>
      <vt:lpstr>AI Use In Lab 0n</vt:lpstr>
      <vt:lpstr>Closing Success Check</vt:lpstr>
      <vt:lpstr>Thank you!  Have Fun!</vt:lpstr>
      <vt:lpstr>Useful AI Prompt Pattern</vt:lpstr>
      <vt:lpstr>Image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124</cp:revision>
  <dcterms:created xsi:type="dcterms:W3CDTF">2013-01-27T09:14:16Z</dcterms:created>
  <dcterms:modified xsi:type="dcterms:W3CDTF">2026-06-20T18:53:02Z</dcterms:modified>
  <cp:category/>
</cp:coreProperties>
</file>