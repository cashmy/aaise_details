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21"/>
  </p:notesMasterIdLst>
  <p:handoutMasterIdLst>
    <p:handoutMasterId r:id="rId22"/>
  </p:handoutMasterIdLst>
  <p:sldIdLst>
    <p:sldId id="489" r:id="rId2"/>
    <p:sldId id="467" r:id="rId3"/>
    <p:sldId id="417" r:id="rId4"/>
    <p:sldId id="498" r:id="rId5"/>
    <p:sldId id="490" r:id="rId6"/>
    <p:sldId id="499" r:id="rId7"/>
    <p:sldId id="491" r:id="rId8"/>
    <p:sldId id="500" r:id="rId9"/>
    <p:sldId id="492" r:id="rId10"/>
    <p:sldId id="501" r:id="rId11"/>
    <p:sldId id="377" r:id="rId12"/>
    <p:sldId id="494" r:id="rId13"/>
    <p:sldId id="374" r:id="rId14"/>
    <p:sldId id="495" r:id="rId15"/>
    <p:sldId id="503" r:id="rId16"/>
    <p:sldId id="496" r:id="rId17"/>
    <p:sldId id="504" r:id="rId18"/>
    <p:sldId id="497" r:id="rId19"/>
    <p:sldId id="32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2040"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0387D2-CA40-4F33-A4E6-652F8ACF02F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FF29A6B-72BC-49C7-B8FE-E3A51B1A539D}">
      <dgm:prSet/>
      <dgm:spPr/>
      <dgm:t>
        <a:bodyPr/>
        <a:lstStyle/>
        <a:p>
          <a:r>
            <a:rPr lang="en-US"/>
            <a:t>Today is a final-work session.</a:t>
          </a:r>
        </a:p>
      </dgm:t>
    </dgm:pt>
    <dgm:pt modelId="{EFF8AEF4-F79B-4BAB-8A46-8E25DD79126A}" type="parTrans" cxnId="{19C02EED-F517-4276-AE4D-7A600E1217BA}">
      <dgm:prSet/>
      <dgm:spPr/>
      <dgm:t>
        <a:bodyPr/>
        <a:lstStyle/>
        <a:p>
          <a:endParaRPr lang="en-US"/>
        </a:p>
      </dgm:t>
    </dgm:pt>
    <dgm:pt modelId="{ACB3B279-031A-4FCF-8A6E-33D9BED89816}" type="sibTrans" cxnId="{19C02EED-F517-4276-AE4D-7A600E1217BA}">
      <dgm:prSet/>
      <dgm:spPr/>
      <dgm:t>
        <a:bodyPr/>
        <a:lstStyle/>
        <a:p>
          <a:endParaRPr lang="en-US"/>
        </a:p>
      </dgm:t>
    </dgm:pt>
    <dgm:pt modelId="{7F7069FB-F258-448D-8231-E4A48E3B86B4}">
      <dgm:prSet/>
      <dgm:spPr/>
      <dgm:t>
        <a:bodyPr/>
        <a:lstStyle/>
        <a:p>
          <a:r>
            <a:rPr lang="en-US"/>
            <a:t>Depending on class needs, we may use a short reset, begin presentations, or move directly into capstone build and support time.</a:t>
          </a:r>
        </a:p>
      </dgm:t>
    </dgm:pt>
    <dgm:pt modelId="{C509B652-9D36-4E3B-9AFF-9DAAD8AFE5EF}" type="parTrans" cxnId="{83C3EAF4-F98F-444C-B768-5C237FBE67C9}">
      <dgm:prSet/>
      <dgm:spPr/>
      <dgm:t>
        <a:bodyPr/>
        <a:lstStyle/>
        <a:p>
          <a:endParaRPr lang="en-US"/>
        </a:p>
      </dgm:t>
    </dgm:pt>
    <dgm:pt modelId="{356BF9D9-78FC-4D1A-ADC2-3030A5A093ED}" type="sibTrans" cxnId="{83C3EAF4-F98F-444C-B768-5C237FBE67C9}">
      <dgm:prSet/>
      <dgm:spPr/>
      <dgm:t>
        <a:bodyPr/>
        <a:lstStyle/>
        <a:p>
          <a:endParaRPr lang="en-US"/>
        </a:p>
      </dgm:t>
    </dgm:pt>
    <dgm:pt modelId="{63E4DA42-01FF-446E-BBBE-CD0D28F80678}" type="pres">
      <dgm:prSet presAssocID="{930387D2-CA40-4F33-A4E6-652F8ACF02F7}" presName="root" presStyleCnt="0">
        <dgm:presLayoutVars>
          <dgm:dir/>
          <dgm:resizeHandles val="exact"/>
        </dgm:presLayoutVars>
      </dgm:prSet>
      <dgm:spPr/>
    </dgm:pt>
    <dgm:pt modelId="{D553CFDC-2243-41E5-9FB3-7A0EA4338184}" type="pres">
      <dgm:prSet presAssocID="{FFF29A6B-72BC-49C7-B8FE-E3A51B1A539D}" presName="compNode" presStyleCnt="0"/>
      <dgm:spPr/>
    </dgm:pt>
    <dgm:pt modelId="{4ADFA174-D9AC-49F7-B0A4-6B37FF5530B6}" type="pres">
      <dgm:prSet presAssocID="{FFF29A6B-72BC-49C7-B8FE-E3A51B1A539D}" presName="bgRect" presStyleLbl="bgShp" presStyleIdx="0" presStyleCnt="2"/>
      <dgm:spPr/>
    </dgm:pt>
    <dgm:pt modelId="{D5516433-7EDB-4C9A-8A7E-6F9BFBCEA515}" type="pres">
      <dgm:prSet presAssocID="{FFF29A6B-72BC-49C7-B8FE-E3A51B1A539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eeting"/>
        </a:ext>
      </dgm:extLst>
    </dgm:pt>
    <dgm:pt modelId="{EBAA9ACD-7C0E-4B06-8CC8-5B10C09ACD20}" type="pres">
      <dgm:prSet presAssocID="{FFF29A6B-72BC-49C7-B8FE-E3A51B1A539D}" presName="spaceRect" presStyleCnt="0"/>
      <dgm:spPr/>
    </dgm:pt>
    <dgm:pt modelId="{823557B6-D0B1-4866-9CB7-FDFE19E9A372}" type="pres">
      <dgm:prSet presAssocID="{FFF29A6B-72BC-49C7-B8FE-E3A51B1A539D}" presName="parTx" presStyleLbl="revTx" presStyleIdx="0" presStyleCnt="2">
        <dgm:presLayoutVars>
          <dgm:chMax val="0"/>
          <dgm:chPref val="0"/>
        </dgm:presLayoutVars>
      </dgm:prSet>
      <dgm:spPr/>
    </dgm:pt>
    <dgm:pt modelId="{80815ED1-1631-4685-9F5B-ACF317A3EC64}" type="pres">
      <dgm:prSet presAssocID="{ACB3B279-031A-4FCF-8A6E-33D9BED89816}" presName="sibTrans" presStyleCnt="0"/>
      <dgm:spPr/>
    </dgm:pt>
    <dgm:pt modelId="{6357B996-738E-48FA-916F-3FF40232745C}" type="pres">
      <dgm:prSet presAssocID="{7F7069FB-F258-448D-8231-E4A48E3B86B4}" presName="compNode" presStyleCnt="0"/>
      <dgm:spPr/>
    </dgm:pt>
    <dgm:pt modelId="{AA2EC09B-8FBF-43B3-AB0D-64A291920FA2}" type="pres">
      <dgm:prSet presAssocID="{7F7069FB-F258-448D-8231-E4A48E3B86B4}" presName="bgRect" presStyleLbl="bgShp" presStyleIdx="1" presStyleCnt="2"/>
      <dgm:spPr/>
    </dgm:pt>
    <dgm:pt modelId="{45B23859-8ACD-4ABA-8ED2-D5BF9CF8B668}" type="pres">
      <dgm:prSet presAssocID="{7F7069FB-F258-448D-8231-E4A48E3B86B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56981869-B971-4061-AAAE-CFF404561347}" type="pres">
      <dgm:prSet presAssocID="{7F7069FB-F258-448D-8231-E4A48E3B86B4}" presName="spaceRect" presStyleCnt="0"/>
      <dgm:spPr/>
    </dgm:pt>
    <dgm:pt modelId="{AB884383-C1DF-4BE9-832B-EF358B9AE2C5}" type="pres">
      <dgm:prSet presAssocID="{7F7069FB-F258-448D-8231-E4A48E3B86B4}" presName="parTx" presStyleLbl="revTx" presStyleIdx="1" presStyleCnt="2">
        <dgm:presLayoutVars>
          <dgm:chMax val="0"/>
          <dgm:chPref val="0"/>
        </dgm:presLayoutVars>
      </dgm:prSet>
      <dgm:spPr/>
    </dgm:pt>
  </dgm:ptLst>
  <dgm:cxnLst>
    <dgm:cxn modelId="{3BC7CC3D-6E19-48E3-8B51-ECFC76A4155B}" type="presOf" srcId="{930387D2-CA40-4F33-A4E6-652F8ACF02F7}" destId="{63E4DA42-01FF-446E-BBBE-CD0D28F80678}" srcOrd="0" destOrd="0" presId="urn:microsoft.com/office/officeart/2018/2/layout/IconVerticalSolidList"/>
    <dgm:cxn modelId="{CD09123F-FE06-4AA3-90E7-4A92BDA4F303}" type="presOf" srcId="{FFF29A6B-72BC-49C7-B8FE-E3A51B1A539D}" destId="{823557B6-D0B1-4866-9CB7-FDFE19E9A372}" srcOrd="0" destOrd="0" presId="urn:microsoft.com/office/officeart/2018/2/layout/IconVerticalSolidList"/>
    <dgm:cxn modelId="{5F1AAF85-C602-42AA-A1FF-07E9D802BA53}" type="presOf" srcId="{7F7069FB-F258-448D-8231-E4A48E3B86B4}" destId="{AB884383-C1DF-4BE9-832B-EF358B9AE2C5}" srcOrd="0" destOrd="0" presId="urn:microsoft.com/office/officeart/2018/2/layout/IconVerticalSolidList"/>
    <dgm:cxn modelId="{19C02EED-F517-4276-AE4D-7A600E1217BA}" srcId="{930387D2-CA40-4F33-A4E6-652F8ACF02F7}" destId="{FFF29A6B-72BC-49C7-B8FE-E3A51B1A539D}" srcOrd="0" destOrd="0" parTransId="{EFF8AEF4-F79B-4BAB-8A46-8E25DD79126A}" sibTransId="{ACB3B279-031A-4FCF-8A6E-33D9BED89816}"/>
    <dgm:cxn modelId="{83C3EAF4-F98F-444C-B768-5C237FBE67C9}" srcId="{930387D2-CA40-4F33-A4E6-652F8ACF02F7}" destId="{7F7069FB-F258-448D-8231-E4A48E3B86B4}" srcOrd="1" destOrd="0" parTransId="{C509B652-9D36-4E3B-9AFF-9DAAD8AFE5EF}" sibTransId="{356BF9D9-78FC-4D1A-ADC2-3030A5A093ED}"/>
    <dgm:cxn modelId="{194D16DB-B13B-4C59-A93E-6F3F4FEFCA80}" type="presParOf" srcId="{63E4DA42-01FF-446E-BBBE-CD0D28F80678}" destId="{D553CFDC-2243-41E5-9FB3-7A0EA4338184}" srcOrd="0" destOrd="0" presId="urn:microsoft.com/office/officeart/2018/2/layout/IconVerticalSolidList"/>
    <dgm:cxn modelId="{9E1BCF84-91C2-494D-BD1C-CB254DD7403F}" type="presParOf" srcId="{D553CFDC-2243-41E5-9FB3-7A0EA4338184}" destId="{4ADFA174-D9AC-49F7-B0A4-6B37FF5530B6}" srcOrd="0" destOrd="0" presId="urn:microsoft.com/office/officeart/2018/2/layout/IconVerticalSolidList"/>
    <dgm:cxn modelId="{E55D10DC-3DF6-4639-8ECC-12BF4FAF570F}" type="presParOf" srcId="{D553CFDC-2243-41E5-9FB3-7A0EA4338184}" destId="{D5516433-7EDB-4C9A-8A7E-6F9BFBCEA515}" srcOrd="1" destOrd="0" presId="urn:microsoft.com/office/officeart/2018/2/layout/IconVerticalSolidList"/>
    <dgm:cxn modelId="{1CD4A972-8BB4-4927-BFD8-1F63DD499145}" type="presParOf" srcId="{D553CFDC-2243-41E5-9FB3-7A0EA4338184}" destId="{EBAA9ACD-7C0E-4B06-8CC8-5B10C09ACD20}" srcOrd="2" destOrd="0" presId="urn:microsoft.com/office/officeart/2018/2/layout/IconVerticalSolidList"/>
    <dgm:cxn modelId="{B9C9BB2C-02B1-4FC0-B3E3-68D9EDDA7834}" type="presParOf" srcId="{D553CFDC-2243-41E5-9FB3-7A0EA4338184}" destId="{823557B6-D0B1-4866-9CB7-FDFE19E9A372}" srcOrd="3" destOrd="0" presId="urn:microsoft.com/office/officeart/2018/2/layout/IconVerticalSolidList"/>
    <dgm:cxn modelId="{30C34C62-5B90-460A-82F0-CB7F75A000DA}" type="presParOf" srcId="{63E4DA42-01FF-446E-BBBE-CD0D28F80678}" destId="{80815ED1-1631-4685-9F5B-ACF317A3EC64}" srcOrd="1" destOrd="0" presId="urn:microsoft.com/office/officeart/2018/2/layout/IconVerticalSolidList"/>
    <dgm:cxn modelId="{7AC4CF80-0C2A-4CB8-AF8C-080A588B10D0}" type="presParOf" srcId="{63E4DA42-01FF-446E-BBBE-CD0D28F80678}" destId="{6357B996-738E-48FA-916F-3FF40232745C}" srcOrd="2" destOrd="0" presId="urn:microsoft.com/office/officeart/2018/2/layout/IconVerticalSolidList"/>
    <dgm:cxn modelId="{31F3D680-7699-4112-A73C-9088415145FA}" type="presParOf" srcId="{6357B996-738E-48FA-916F-3FF40232745C}" destId="{AA2EC09B-8FBF-43B3-AB0D-64A291920FA2}" srcOrd="0" destOrd="0" presId="urn:microsoft.com/office/officeart/2018/2/layout/IconVerticalSolidList"/>
    <dgm:cxn modelId="{FAA11C98-C61F-46F1-9A28-70091F35C067}" type="presParOf" srcId="{6357B996-738E-48FA-916F-3FF40232745C}" destId="{45B23859-8ACD-4ABA-8ED2-D5BF9CF8B668}" srcOrd="1" destOrd="0" presId="urn:microsoft.com/office/officeart/2018/2/layout/IconVerticalSolidList"/>
    <dgm:cxn modelId="{69FBC2A4-9B42-415F-85D5-181250D2A255}" type="presParOf" srcId="{6357B996-738E-48FA-916F-3FF40232745C}" destId="{56981869-B971-4061-AAAE-CFF404561347}" srcOrd="2" destOrd="0" presId="urn:microsoft.com/office/officeart/2018/2/layout/IconVerticalSolidList"/>
    <dgm:cxn modelId="{BBF89022-9981-4F6A-BA73-784159A53E45}" type="presParOf" srcId="{6357B996-738E-48FA-916F-3FF40232745C}" destId="{AB884383-C1DF-4BE9-832B-EF358B9AE2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9CD96E-6487-4A39-A75A-9CC3F347E08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284802-C59E-460E-A531-028BFECC9389}">
      <dgm:prSet/>
      <dgm:spPr/>
      <dgm:t>
        <a:bodyPr/>
        <a:lstStyle/>
        <a:p>
          <a:r>
            <a:rPr lang="en-US"/>
            <a:t>Revision is not retreat.</a:t>
          </a:r>
        </a:p>
      </dgm:t>
    </dgm:pt>
    <dgm:pt modelId="{1CF264AB-9F47-4AA4-AA90-3838E659D1F0}" type="parTrans" cxnId="{43D87EDB-F634-4212-B7BC-72061D3A4313}">
      <dgm:prSet/>
      <dgm:spPr/>
      <dgm:t>
        <a:bodyPr/>
        <a:lstStyle/>
        <a:p>
          <a:endParaRPr lang="en-US"/>
        </a:p>
      </dgm:t>
    </dgm:pt>
    <dgm:pt modelId="{4FA64A1E-0E3A-4EC3-9885-8BBCE257B7F6}" type="sibTrans" cxnId="{43D87EDB-F634-4212-B7BC-72061D3A4313}">
      <dgm:prSet/>
      <dgm:spPr/>
      <dgm:t>
        <a:bodyPr/>
        <a:lstStyle/>
        <a:p>
          <a:endParaRPr lang="en-US"/>
        </a:p>
      </dgm:t>
    </dgm:pt>
    <dgm:pt modelId="{EEB4ABED-6080-4297-8F3E-7BB7891BA102}">
      <dgm:prSet/>
      <dgm:spPr/>
      <dgm:t>
        <a:bodyPr/>
        <a:lstStyle/>
        <a:p>
          <a:r>
            <a:rPr lang="en-US"/>
            <a:t>When a project touches reality, changing, cutting, or simplifying something can make the final result stronger.</a:t>
          </a:r>
        </a:p>
      </dgm:t>
    </dgm:pt>
    <dgm:pt modelId="{59D92A98-18DF-452A-88ED-1B8DA90DD137}" type="parTrans" cxnId="{98D4E20C-A251-4208-BC16-20684F935737}">
      <dgm:prSet/>
      <dgm:spPr/>
      <dgm:t>
        <a:bodyPr/>
        <a:lstStyle/>
        <a:p>
          <a:endParaRPr lang="en-US"/>
        </a:p>
      </dgm:t>
    </dgm:pt>
    <dgm:pt modelId="{2300AD97-1341-4BE8-8FDC-228EAADC72F8}" type="sibTrans" cxnId="{98D4E20C-A251-4208-BC16-20684F935737}">
      <dgm:prSet/>
      <dgm:spPr/>
      <dgm:t>
        <a:bodyPr/>
        <a:lstStyle/>
        <a:p>
          <a:endParaRPr lang="en-US"/>
        </a:p>
      </dgm:t>
    </dgm:pt>
    <dgm:pt modelId="{C96AB58F-9842-43F7-83E9-2CD3849DA698}" type="pres">
      <dgm:prSet presAssocID="{839CD96E-6487-4A39-A75A-9CC3F347E08D}" presName="root" presStyleCnt="0">
        <dgm:presLayoutVars>
          <dgm:dir/>
          <dgm:resizeHandles val="exact"/>
        </dgm:presLayoutVars>
      </dgm:prSet>
      <dgm:spPr/>
    </dgm:pt>
    <dgm:pt modelId="{3231DCA2-E3C4-4EDD-9A5C-C37988279C63}" type="pres">
      <dgm:prSet presAssocID="{6F284802-C59E-460E-A531-028BFECC9389}" presName="compNode" presStyleCnt="0"/>
      <dgm:spPr/>
    </dgm:pt>
    <dgm:pt modelId="{C6E166E1-BE34-4002-A14B-F55A94AFC1BA}" type="pres">
      <dgm:prSet presAssocID="{6F284802-C59E-460E-A531-028BFECC9389}" presName="bgRect" presStyleLbl="bgShp" presStyleIdx="0" presStyleCnt="2"/>
      <dgm:spPr/>
    </dgm:pt>
    <dgm:pt modelId="{DF5F4350-F66E-40B4-B118-04E75CD2D23F}" type="pres">
      <dgm:prSet presAssocID="{6F284802-C59E-460E-A531-028BFECC938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sed Book"/>
        </a:ext>
      </dgm:extLst>
    </dgm:pt>
    <dgm:pt modelId="{2303291D-3AE2-4D4A-9165-DC1E1220F4FD}" type="pres">
      <dgm:prSet presAssocID="{6F284802-C59E-460E-A531-028BFECC9389}" presName="spaceRect" presStyleCnt="0"/>
      <dgm:spPr/>
    </dgm:pt>
    <dgm:pt modelId="{F0ABAF57-1D5C-429A-9422-B01EE9B98F36}" type="pres">
      <dgm:prSet presAssocID="{6F284802-C59E-460E-A531-028BFECC9389}" presName="parTx" presStyleLbl="revTx" presStyleIdx="0" presStyleCnt="2">
        <dgm:presLayoutVars>
          <dgm:chMax val="0"/>
          <dgm:chPref val="0"/>
        </dgm:presLayoutVars>
      </dgm:prSet>
      <dgm:spPr/>
    </dgm:pt>
    <dgm:pt modelId="{A78F81FF-572F-42F0-B0FC-58EB32F07CB8}" type="pres">
      <dgm:prSet presAssocID="{4FA64A1E-0E3A-4EC3-9885-8BBCE257B7F6}" presName="sibTrans" presStyleCnt="0"/>
      <dgm:spPr/>
    </dgm:pt>
    <dgm:pt modelId="{0E711FB5-DD27-46CB-AE7C-00DE09621CCF}" type="pres">
      <dgm:prSet presAssocID="{EEB4ABED-6080-4297-8F3E-7BB7891BA102}" presName="compNode" presStyleCnt="0"/>
      <dgm:spPr/>
    </dgm:pt>
    <dgm:pt modelId="{01DF6D8D-1F45-40EA-BEED-57739C639322}" type="pres">
      <dgm:prSet presAssocID="{EEB4ABED-6080-4297-8F3E-7BB7891BA102}" presName="bgRect" presStyleLbl="bgShp" presStyleIdx="1" presStyleCnt="2"/>
      <dgm:spPr/>
    </dgm:pt>
    <dgm:pt modelId="{83587BF6-4AD7-48BB-957F-24468294C63E}" type="pres">
      <dgm:prSet presAssocID="{EEB4ABED-6080-4297-8F3E-7BB7891BA10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w blade"/>
        </a:ext>
      </dgm:extLst>
    </dgm:pt>
    <dgm:pt modelId="{913A4AB3-0CF0-49D5-A491-6F8995F02B95}" type="pres">
      <dgm:prSet presAssocID="{EEB4ABED-6080-4297-8F3E-7BB7891BA102}" presName="spaceRect" presStyleCnt="0"/>
      <dgm:spPr/>
    </dgm:pt>
    <dgm:pt modelId="{FA1A7DD0-F008-4A74-A98D-4450FA7DAD17}" type="pres">
      <dgm:prSet presAssocID="{EEB4ABED-6080-4297-8F3E-7BB7891BA102}" presName="parTx" presStyleLbl="revTx" presStyleIdx="1" presStyleCnt="2">
        <dgm:presLayoutVars>
          <dgm:chMax val="0"/>
          <dgm:chPref val="0"/>
        </dgm:presLayoutVars>
      </dgm:prSet>
      <dgm:spPr/>
    </dgm:pt>
  </dgm:ptLst>
  <dgm:cxnLst>
    <dgm:cxn modelId="{C5674E0B-F616-411F-B314-129FD8D46F56}" type="presOf" srcId="{839CD96E-6487-4A39-A75A-9CC3F347E08D}" destId="{C96AB58F-9842-43F7-83E9-2CD3849DA698}" srcOrd="0" destOrd="0" presId="urn:microsoft.com/office/officeart/2018/2/layout/IconVerticalSolidList"/>
    <dgm:cxn modelId="{98D4E20C-A251-4208-BC16-20684F935737}" srcId="{839CD96E-6487-4A39-A75A-9CC3F347E08D}" destId="{EEB4ABED-6080-4297-8F3E-7BB7891BA102}" srcOrd="1" destOrd="0" parTransId="{59D92A98-18DF-452A-88ED-1B8DA90DD137}" sibTransId="{2300AD97-1341-4BE8-8FDC-228EAADC72F8}"/>
    <dgm:cxn modelId="{E4251471-D90E-4D3E-BF1D-0C67FC36A570}" type="presOf" srcId="{EEB4ABED-6080-4297-8F3E-7BB7891BA102}" destId="{FA1A7DD0-F008-4A74-A98D-4450FA7DAD17}" srcOrd="0" destOrd="0" presId="urn:microsoft.com/office/officeart/2018/2/layout/IconVerticalSolidList"/>
    <dgm:cxn modelId="{7520E8C6-7E48-4D8D-8F89-C357061289B5}" type="presOf" srcId="{6F284802-C59E-460E-A531-028BFECC9389}" destId="{F0ABAF57-1D5C-429A-9422-B01EE9B98F36}" srcOrd="0" destOrd="0" presId="urn:microsoft.com/office/officeart/2018/2/layout/IconVerticalSolidList"/>
    <dgm:cxn modelId="{43D87EDB-F634-4212-B7BC-72061D3A4313}" srcId="{839CD96E-6487-4A39-A75A-9CC3F347E08D}" destId="{6F284802-C59E-460E-A531-028BFECC9389}" srcOrd="0" destOrd="0" parTransId="{1CF264AB-9F47-4AA4-AA90-3838E659D1F0}" sibTransId="{4FA64A1E-0E3A-4EC3-9885-8BBCE257B7F6}"/>
    <dgm:cxn modelId="{01C80758-8C16-44B3-9026-85B6ABB85727}" type="presParOf" srcId="{C96AB58F-9842-43F7-83E9-2CD3849DA698}" destId="{3231DCA2-E3C4-4EDD-9A5C-C37988279C63}" srcOrd="0" destOrd="0" presId="urn:microsoft.com/office/officeart/2018/2/layout/IconVerticalSolidList"/>
    <dgm:cxn modelId="{C2AA6E1D-413A-43AF-B6E0-2CB3F9B0030D}" type="presParOf" srcId="{3231DCA2-E3C4-4EDD-9A5C-C37988279C63}" destId="{C6E166E1-BE34-4002-A14B-F55A94AFC1BA}" srcOrd="0" destOrd="0" presId="urn:microsoft.com/office/officeart/2018/2/layout/IconVerticalSolidList"/>
    <dgm:cxn modelId="{7B0CF127-05B3-4664-94FD-CF78C6528AA2}" type="presParOf" srcId="{3231DCA2-E3C4-4EDD-9A5C-C37988279C63}" destId="{DF5F4350-F66E-40B4-B118-04E75CD2D23F}" srcOrd="1" destOrd="0" presId="urn:microsoft.com/office/officeart/2018/2/layout/IconVerticalSolidList"/>
    <dgm:cxn modelId="{FFD16202-0CB8-4613-B517-176308743C74}" type="presParOf" srcId="{3231DCA2-E3C4-4EDD-9A5C-C37988279C63}" destId="{2303291D-3AE2-4D4A-9165-DC1E1220F4FD}" srcOrd="2" destOrd="0" presId="urn:microsoft.com/office/officeart/2018/2/layout/IconVerticalSolidList"/>
    <dgm:cxn modelId="{9F007B69-D71E-4F4A-A601-19A8505CCFFC}" type="presParOf" srcId="{3231DCA2-E3C4-4EDD-9A5C-C37988279C63}" destId="{F0ABAF57-1D5C-429A-9422-B01EE9B98F36}" srcOrd="3" destOrd="0" presId="urn:microsoft.com/office/officeart/2018/2/layout/IconVerticalSolidList"/>
    <dgm:cxn modelId="{AFAAC80F-6757-454D-8BC5-47AAD74CC5E0}" type="presParOf" srcId="{C96AB58F-9842-43F7-83E9-2CD3849DA698}" destId="{A78F81FF-572F-42F0-B0FC-58EB32F07CB8}" srcOrd="1" destOrd="0" presId="urn:microsoft.com/office/officeart/2018/2/layout/IconVerticalSolidList"/>
    <dgm:cxn modelId="{FD6493D4-3E62-4E24-9088-56C585D28639}" type="presParOf" srcId="{C96AB58F-9842-43F7-83E9-2CD3849DA698}" destId="{0E711FB5-DD27-46CB-AE7C-00DE09621CCF}" srcOrd="2" destOrd="0" presId="urn:microsoft.com/office/officeart/2018/2/layout/IconVerticalSolidList"/>
    <dgm:cxn modelId="{22F4972F-9908-4C16-A1B8-2BE740EEE5EA}" type="presParOf" srcId="{0E711FB5-DD27-46CB-AE7C-00DE09621CCF}" destId="{01DF6D8D-1F45-40EA-BEED-57739C639322}" srcOrd="0" destOrd="0" presId="urn:microsoft.com/office/officeart/2018/2/layout/IconVerticalSolidList"/>
    <dgm:cxn modelId="{3A5D2A86-4003-42C1-A71D-13D6678BAB2F}" type="presParOf" srcId="{0E711FB5-DD27-46CB-AE7C-00DE09621CCF}" destId="{83587BF6-4AD7-48BB-957F-24468294C63E}" srcOrd="1" destOrd="0" presId="urn:microsoft.com/office/officeart/2018/2/layout/IconVerticalSolidList"/>
    <dgm:cxn modelId="{E86A459C-63FA-45F9-8D84-5097D564224A}" type="presParOf" srcId="{0E711FB5-DD27-46CB-AE7C-00DE09621CCF}" destId="{913A4AB3-0CF0-49D5-A491-6F8995F02B95}" srcOrd="2" destOrd="0" presId="urn:microsoft.com/office/officeart/2018/2/layout/IconVerticalSolidList"/>
    <dgm:cxn modelId="{9AEBC9F9-32EE-4A23-A895-B4FF5A23801E}" type="presParOf" srcId="{0E711FB5-DD27-46CB-AE7C-00DE09621CCF}" destId="{FA1A7DD0-F008-4A74-A98D-4450FA7DAD1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D9733E-CA1A-44A4-8CCC-1DC5AEB7D4EF}"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24FBD73A-2E4B-4210-B1E9-041466850C9A}">
      <dgm:prSet/>
      <dgm:spPr/>
      <dgm:t>
        <a:bodyPr/>
        <a:lstStyle/>
        <a:p>
          <a:r>
            <a:rPr lang="en-US"/>
            <a:t>Running the project may reveal:</a:t>
          </a:r>
        </a:p>
      </dgm:t>
    </dgm:pt>
    <dgm:pt modelId="{C8F12775-D70E-41F6-950D-9162C3EE6222}" type="parTrans" cxnId="{DD52045C-EB14-40AE-9D23-A16AFD9454F6}">
      <dgm:prSet/>
      <dgm:spPr/>
      <dgm:t>
        <a:bodyPr/>
        <a:lstStyle/>
        <a:p>
          <a:endParaRPr lang="en-US"/>
        </a:p>
      </dgm:t>
    </dgm:pt>
    <dgm:pt modelId="{5BD4186F-0CE5-4069-A3DA-2F378DAD39C3}" type="sibTrans" cxnId="{DD52045C-EB14-40AE-9D23-A16AFD9454F6}">
      <dgm:prSet/>
      <dgm:spPr/>
      <dgm:t>
        <a:bodyPr/>
        <a:lstStyle/>
        <a:p>
          <a:endParaRPr lang="en-US"/>
        </a:p>
      </dgm:t>
    </dgm:pt>
    <dgm:pt modelId="{B977F1B8-CB5A-4D20-A3C8-CE1954C29F82}">
      <dgm:prSet/>
      <dgm:spPr/>
      <dgm:t>
        <a:bodyPr/>
        <a:lstStyle/>
        <a:p>
          <a:r>
            <a:rPr lang="en-US"/>
            <a:t>a feature is too large</a:t>
          </a:r>
        </a:p>
      </dgm:t>
    </dgm:pt>
    <dgm:pt modelId="{9ECA1F9B-6A6A-4C7B-B9B0-E8452E29F8FA}" type="parTrans" cxnId="{8B87D2F9-ACA3-4AEF-B863-7766CCBA00D7}">
      <dgm:prSet/>
      <dgm:spPr/>
      <dgm:t>
        <a:bodyPr/>
        <a:lstStyle/>
        <a:p>
          <a:endParaRPr lang="en-US"/>
        </a:p>
      </dgm:t>
    </dgm:pt>
    <dgm:pt modelId="{97B52E8C-5AEE-4262-AF17-F6B3CB78EF39}" type="sibTrans" cxnId="{8B87D2F9-ACA3-4AEF-B863-7766CCBA00D7}">
      <dgm:prSet/>
      <dgm:spPr/>
      <dgm:t>
        <a:bodyPr/>
        <a:lstStyle/>
        <a:p>
          <a:endParaRPr lang="en-US"/>
        </a:p>
      </dgm:t>
    </dgm:pt>
    <dgm:pt modelId="{D3C5E7A7-0C50-4866-A6E7-891184253F4F}">
      <dgm:prSet/>
      <dgm:spPr/>
      <dgm:t>
        <a:bodyPr/>
        <a:lstStyle/>
        <a:p>
          <a:r>
            <a:rPr lang="en-US"/>
            <a:t>a data format is harder than expected</a:t>
          </a:r>
        </a:p>
      </dgm:t>
    </dgm:pt>
    <dgm:pt modelId="{0A37C6F4-BD97-49A5-947F-C8466C93A697}" type="parTrans" cxnId="{46F7C062-BE96-4640-915C-3A3B1D1E2329}">
      <dgm:prSet/>
      <dgm:spPr/>
      <dgm:t>
        <a:bodyPr/>
        <a:lstStyle/>
        <a:p>
          <a:endParaRPr lang="en-US"/>
        </a:p>
      </dgm:t>
    </dgm:pt>
    <dgm:pt modelId="{2044F896-D1A3-4BEA-97E8-8789D0A7421D}" type="sibTrans" cxnId="{46F7C062-BE96-4640-915C-3A3B1D1E2329}">
      <dgm:prSet/>
      <dgm:spPr/>
      <dgm:t>
        <a:bodyPr/>
        <a:lstStyle/>
        <a:p>
          <a:endParaRPr lang="en-US"/>
        </a:p>
      </dgm:t>
    </dgm:pt>
    <dgm:pt modelId="{E767C5C5-9A4A-4B32-9E9B-641DEFB340BE}">
      <dgm:prSet/>
      <dgm:spPr/>
      <dgm:t>
        <a:bodyPr/>
        <a:lstStyle/>
        <a:p>
          <a:r>
            <a:rPr lang="en-US"/>
            <a:t>an output needs to be clearer</a:t>
          </a:r>
        </a:p>
      </dgm:t>
    </dgm:pt>
    <dgm:pt modelId="{D82E0833-ECE0-4E11-9A9C-FEF154F34777}" type="parTrans" cxnId="{BC4FC2A8-04BA-43C6-B5D8-79E871CD0321}">
      <dgm:prSet/>
      <dgm:spPr/>
      <dgm:t>
        <a:bodyPr/>
        <a:lstStyle/>
        <a:p>
          <a:endParaRPr lang="en-US"/>
        </a:p>
      </dgm:t>
    </dgm:pt>
    <dgm:pt modelId="{E1591269-452F-4AB0-9C7C-7504717E88C3}" type="sibTrans" cxnId="{BC4FC2A8-04BA-43C6-B5D8-79E871CD0321}">
      <dgm:prSet/>
      <dgm:spPr/>
      <dgm:t>
        <a:bodyPr/>
        <a:lstStyle/>
        <a:p>
          <a:endParaRPr lang="en-US"/>
        </a:p>
      </dgm:t>
    </dgm:pt>
    <dgm:pt modelId="{182FA217-78C7-4BE7-88C3-AFF24D544B5A}">
      <dgm:prSet/>
      <dgm:spPr/>
      <dgm:t>
        <a:bodyPr/>
        <a:lstStyle/>
        <a:p>
          <a:r>
            <a:rPr lang="en-US"/>
            <a:t>a smaller core is the better final version</a:t>
          </a:r>
        </a:p>
      </dgm:t>
    </dgm:pt>
    <dgm:pt modelId="{2AE59645-36A1-4824-BD1F-CAA406799632}" type="parTrans" cxnId="{4D100520-0AD8-4E40-BFD3-2FEA4B7EE145}">
      <dgm:prSet/>
      <dgm:spPr/>
      <dgm:t>
        <a:bodyPr/>
        <a:lstStyle/>
        <a:p>
          <a:endParaRPr lang="en-US"/>
        </a:p>
      </dgm:t>
    </dgm:pt>
    <dgm:pt modelId="{597C54B4-99D2-477C-AA1A-CFAC94B56BC0}" type="sibTrans" cxnId="{4D100520-0AD8-4E40-BFD3-2FEA4B7EE145}">
      <dgm:prSet/>
      <dgm:spPr/>
      <dgm:t>
        <a:bodyPr/>
        <a:lstStyle/>
        <a:p>
          <a:endParaRPr lang="en-US"/>
        </a:p>
      </dgm:t>
    </dgm:pt>
    <dgm:pt modelId="{EE55FE9E-3109-40BD-AF12-AE6925A03F34}" type="pres">
      <dgm:prSet presAssocID="{E0D9733E-CA1A-44A4-8CCC-1DC5AEB7D4EF}" presName="outerComposite" presStyleCnt="0">
        <dgm:presLayoutVars>
          <dgm:chMax val="5"/>
          <dgm:dir/>
          <dgm:resizeHandles val="exact"/>
        </dgm:presLayoutVars>
      </dgm:prSet>
      <dgm:spPr/>
    </dgm:pt>
    <dgm:pt modelId="{086A3D3B-0CA6-4A2B-839E-8D70C6ED228D}" type="pres">
      <dgm:prSet presAssocID="{E0D9733E-CA1A-44A4-8CCC-1DC5AEB7D4EF}" presName="dummyMaxCanvas" presStyleCnt="0">
        <dgm:presLayoutVars/>
      </dgm:prSet>
      <dgm:spPr/>
    </dgm:pt>
    <dgm:pt modelId="{A4DE3B3D-81FA-4FF1-B7C4-B0E5C542C349}" type="pres">
      <dgm:prSet presAssocID="{E0D9733E-CA1A-44A4-8CCC-1DC5AEB7D4EF}" presName="FiveNodes_1" presStyleLbl="node1" presStyleIdx="0" presStyleCnt="5">
        <dgm:presLayoutVars>
          <dgm:bulletEnabled val="1"/>
        </dgm:presLayoutVars>
      </dgm:prSet>
      <dgm:spPr/>
    </dgm:pt>
    <dgm:pt modelId="{CA5DFCBA-EF87-4A31-8346-725A89EA0A32}" type="pres">
      <dgm:prSet presAssocID="{E0D9733E-CA1A-44A4-8CCC-1DC5AEB7D4EF}" presName="FiveNodes_2" presStyleLbl="node1" presStyleIdx="1" presStyleCnt="5">
        <dgm:presLayoutVars>
          <dgm:bulletEnabled val="1"/>
        </dgm:presLayoutVars>
      </dgm:prSet>
      <dgm:spPr/>
    </dgm:pt>
    <dgm:pt modelId="{BB89FA1B-1C57-4B6A-8BF9-29D68FFEE786}" type="pres">
      <dgm:prSet presAssocID="{E0D9733E-CA1A-44A4-8CCC-1DC5AEB7D4EF}" presName="FiveNodes_3" presStyleLbl="node1" presStyleIdx="2" presStyleCnt="5">
        <dgm:presLayoutVars>
          <dgm:bulletEnabled val="1"/>
        </dgm:presLayoutVars>
      </dgm:prSet>
      <dgm:spPr/>
    </dgm:pt>
    <dgm:pt modelId="{C545A066-1448-4E43-B910-2578CC938B0D}" type="pres">
      <dgm:prSet presAssocID="{E0D9733E-CA1A-44A4-8CCC-1DC5AEB7D4EF}" presName="FiveNodes_4" presStyleLbl="node1" presStyleIdx="3" presStyleCnt="5">
        <dgm:presLayoutVars>
          <dgm:bulletEnabled val="1"/>
        </dgm:presLayoutVars>
      </dgm:prSet>
      <dgm:spPr/>
    </dgm:pt>
    <dgm:pt modelId="{AF8B5C11-B2C0-451E-B410-E7F3C15BEC7C}" type="pres">
      <dgm:prSet presAssocID="{E0D9733E-CA1A-44A4-8CCC-1DC5AEB7D4EF}" presName="FiveNodes_5" presStyleLbl="node1" presStyleIdx="4" presStyleCnt="5">
        <dgm:presLayoutVars>
          <dgm:bulletEnabled val="1"/>
        </dgm:presLayoutVars>
      </dgm:prSet>
      <dgm:spPr/>
    </dgm:pt>
    <dgm:pt modelId="{5407EA99-B491-416C-AC23-809EF2690F55}" type="pres">
      <dgm:prSet presAssocID="{E0D9733E-CA1A-44A4-8CCC-1DC5AEB7D4EF}" presName="FiveConn_1-2" presStyleLbl="fgAccFollowNode1" presStyleIdx="0" presStyleCnt="4">
        <dgm:presLayoutVars>
          <dgm:bulletEnabled val="1"/>
        </dgm:presLayoutVars>
      </dgm:prSet>
      <dgm:spPr/>
    </dgm:pt>
    <dgm:pt modelId="{15D581C9-F8FE-438F-9541-32E484EC3563}" type="pres">
      <dgm:prSet presAssocID="{E0D9733E-CA1A-44A4-8CCC-1DC5AEB7D4EF}" presName="FiveConn_2-3" presStyleLbl="fgAccFollowNode1" presStyleIdx="1" presStyleCnt="4">
        <dgm:presLayoutVars>
          <dgm:bulletEnabled val="1"/>
        </dgm:presLayoutVars>
      </dgm:prSet>
      <dgm:spPr/>
    </dgm:pt>
    <dgm:pt modelId="{390963FE-78C3-426F-89C4-A31EEB62CC5B}" type="pres">
      <dgm:prSet presAssocID="{E0D9733E-CA1A-44A4-8CCC-1DC5AEB7D4EF}" presName="FiveConn_3-4" presStyleLbl="fgAccFollowNode1" presStyleIdx="2" presStyleCnt="4">
        <dgm:presLayoutVars>
          <dgm:bulletEnabled val="1"/>
        </dgm:presLayoutVars>
      </dgm:prSet>
      <dgm:spPr/>
    </dgm:pt>
    <dgm:pt modelId="{540CA6A0-ECE7-4DC1-8129-7D51F1DE4F48}" type="pres">
      <dgm:prSet presAssocID="{E0D9733E-CA1A-44A4-8CCC-1DC5AEB7D4EF}" presName="FiveConn_4-5" presStyleLbl="fgAccFollowNode1" presStyleIdx="3" presStyleCnt="4">
        <dgm:presLayoutVars>
          <dgm:bulletEnabled val="1"/>
        </dgm:presLayoutVars>
      </dgm:prSet>
      <dgm:spPr/>
    </dgm:pt>
    <dgm:pt modelId="{99069EB8-6A94-41BF-812A-ECCB59E3D255}" type="pres">
      <dgm:prSet presAssocID="{E0D9733E-CA1A-44A4-8CCC-1DC5AEB7D4EF}" presName="FiveNodes_1_text" presStyleLbl="node1" presStyleIdx="4" presStyleCnt="5">
        <dgm:presLayoutVars>
          <dgm:bulletEnabled val="1"/>
        </dgm:presLayoutVars>
      </dgm:prSet>
      <dgm:spPr/>
    </dgm:pt>
    <dgm:pt modelId="{B005AFD7-D0C2-4057-B249-CE57EE40C8B6}" type="pres">
      <dgm:prSet presAssocID="{E0D9733E-CA1A-44A4-8CCC-1DC5AEB7D4EF}" presName="FiveNodes_2_text" presStyleLbl="node1" presStyleIdx="4" presStyleCnt="5">
        <dgm:presLayoutVars>
          <dgm:bulletEnabled val="1"/>
        </dgm:presLayoutVars>
      </dgm:prSet>
      <dgm:spPr/>
    </dgm:pt>
    <dgm:pt modelId="{C8A44D54-97A3-4D26-8C51-B67CECC8C81C}" type="pres">
      <dgm:prSet presAssocID="{E0D9733E-CA1A-44A4-8CCC-1DC5AEB7D4EF}" presName="FiveNodes_3_text" presStyleLbl="node1" presStyleIdx="4" presStyleCnt="5">
        <dgm:presLayoutVars>
          <dgm:bulletEnabled val="1"/>
        </dgm:presLayoutVars>
      </dgm:prSet>
      <dgm:spPr/>
    </dgm:pt>
    <dgm:pt modelId="{EC1D3993-EDA5-4FD8-B09C-6A8357480BF9}" type="pres">
      <dgm:prSet presAssocID="{E0D9733E-CA1A-44A4-8CCC-1DC5AEB7D4EF}" presName="FiveNodes_4_text" presStyleLbl="node1" presStyleIdx="4" presStyleCnt="5">
        <dgm:presLayoutVars>
          <dgm:bulletEnabled val="1"/>
        </dgm:presLayoutVars>
      </dgm:prSet>
      <dgm:spPr/>
    </dgm:pt>
    <dgm:pt modelId="{A6879A8B-CEBB-4707-A785-BBE860EC5DCE}" type="pres">
      <dgm:prSet presAssocID="{E0D9733E-CA1A-44A4-8CCC-1DC5AEB7D4EF}" presName="FiveNodes_5_text" presStyleLbl="node1" presStyleIdx="4" presStyleCnt="5">
        <dgm:presLayoutVars>
          <dgm:bulletEnabled val="1"/>
        </dgm:presLayoutVars>
      </dgm:prSet>
      <dgm:spPr/>
    </dgm:pt>
  </dgm:ptLst>
  <dgm:cxnLst>
    <dgm:cxn modelId="{15260220-8AAF-4FF7-A380-8AC71786407C}" type="presOf" srcId="{E767C5C5-9A4A-4B32-9E9B-641DEFB340BE}" destId="{EC1D3993-EDA5-4FD8-B09C-6A8357480BF9}" srcOrd="1" destOrd="0" presId="urn:microsoft.com/office/officeart/2005/8/layout/vProcess5"/>
    <dgm:cxn modelId="{4D100520-0AD8-4E40-BFD3-2FEA4B7EE145}" srcId="{E0D9733E-CA1A-44A4-8CCC-1DC5AEB7D4EF}" destId="{182FA217-78C7-4BE7-88C3-AFF24D544B5A}" srcOrd="4" destOrd="0" parTransId="{2AE59645-36A1-4824-BD1F-CAA406799632}" sibTransId="{597C54B4-99D2-477C-AA1A-CFAC94B56BC0}"/>
    <dgm:cxn modelId="{DD52045C-EB14-40AE-9D23-A16AFD9454F6}" srcId="{E0D9733E-CA1A-44A4-8CCC-1DC5AEB7D4EF}" destId="{24FBD73A-2E4B-4210-B1E9-041466850C9A}" srcOrd="0" destOrd="0" parTransId="{C8F12775-D70E-41F6-950D-9162C3EE6222}" sibTransId="{5BD4186F-0CE5-4069-A3DA-2F378DAD39C3}"/>
    <dgm:cxn modelId="{6530A55E-6FE0-46D9-8A6D-B54D2CCDE1D8}" type="presOf" srcId="{24FBD73A-2E4B-4210-B1E9-041466850C9A}" destId="{99069EB8-6A94-41BF-812A-ECCB59E3D255}" srcOrd="1" destOrd="0" presId="urn:microsoft.com/office/officeart/2005/8/layout/vProcess5"/>
    <dgm:cxn modelId="{46F7C062-BE96-4640-915C-3A3B1D1E2329}" srcId="{E0D9733E-CA1A-44A4-8CCC-1DC5AEB7D4EF}" destId="{D3C5E7A7-0C50-4866-A6E7-891184253F4F}" srcOrd="2" destOrd="0" parTransId="{0A37C6F4-BD97-49A5-947F-C8466C93A697}" sibTransId="{2044F896-D1A3-4BEA-97E8-8789D0A7421D}"/>
    <dgm:cxn modelId="{23072668-9042-433D-858A-A1A179FD2F5B}" type="presOf" srcId="{5BD4186F-0CE5-4069-A3DA-2F378DAD39C3}" destId="{5407EA99-B491-416C-AC23-809EF2690F55}" srcOrd="0" destOrd="0" presId="urn:microsoft.com/office/officeart/2005/8/layout/vProcess5"/>
    <dgm:cxn modelId="{C7FCDA69-5D56-4C18-95D2-3694A7F5DCCE}" type="presOf" srcId="{B977F1B8-CB5A-4D20-A3C8-CE1954C29F82}" destId="{B005AFD7-D0C2-4057-B249-CE57EE40C8B6}" srcOrd="1" destOrd="0" presId="urn:microsoft.com/office/officeart/2005/8/layout/vProcess5"/>
    <dgm:cxn modelId="{2ED9D06A-B349-47C5-8027-E0B30534A3C1}" type="presOf" srcId="{B977F1B8-CB5A-4D20-A3C8-CE1954C29F82}" destId="{CA5DFCBA-EF87-4A31-8346-725A89EA0A32}" srcOrd="0" destOrd="0" presId="urn:microsoft.com/office/officeart/2005/8/layout/vProcess5"/>
    <dgm:cxn modelId="{2E44B575-D5C7-452E-95BE-A0F33BCF80D9}" type="presOf" srcId="{E0D9733E-CA1A-44A4-8CCC-1DC5AEB7D4EF}" destId="{EE55FE9E-3109-40BD-AF12-AE6925A03F34}" srcOrd="0" destOrd="0" presId="urn:microsoft.com/office/officeart/2005/8/layout/vProcess5"/>
    <dgm:cxn modelId="{BA8AB57D-E48F-4A14-A277-ED288FB4A37E}" type="presOf" srcId="{D3C5E7A7-0C50-4866-A6E7-891184253F4F}" destId="{BB89FA1B-1C57-4B6A-8BF9-29D68FFEE786}" srcOrd="0" destOrd="0" presId="urn:microsoft.com/office/officeart/2005/8/layout/vProcess5"/>
    <dgm:cxn modelId="{56E12782-D41D-4A85-AE78-FA5387ED6521}" type="presOf" srcId="{D3C5E7A7-0C50-4866-A6E7-891184253F4F}" destId="{C8A44D54-97A3-4D26-8C51-B67CECC8C81C}" srcOrd="1" destOrd="0" presId="urn:microsoft.com/office/officeart/2005/8/layout/vProcess5"/>
    <dgm:cxn modelId="{BC4FC2A8-04BA-43C6-B5D8-79E871CD0321}" srcId="{E0D9733E-CA1A-44A4-8CCC-1DC5AEB7D4EF}" destId="{E767C5C5-9A4A-4B32-9E9B-641DEFB340BE}" srcOrd="3" destOrd="0" parTransId="{D82E0833-ECE0-4E11-9A9C-FEF154F34777}" sibTransId="{E1591269-452F-4AB0-9C7C-7504717E88C3}"/>
    <dgm:cxn modelId="{995D89A9-9938-4DA7-B38D-09A5D3300BB4}" type="presOf" srcId="{E1591269-452F-4AB0-9C7C-7504717E88C3}" destId="{540CA6A0-ECE7-4DC1-8129-7D51F1DE4F48}" srcOrd="0" destOrd="0" presId="urn:microsoft.com/office/officeart/2005/8/layout/vProcess5"/>
    <dgm:cxn modelId="{99E2CDAA-8430-4E07-B23E-4B4564BDF19C}" type="presOf" srcId="{2044F896-D1A3-4BEA-97E8-8789D0A7421D}" destId="{390963FE-78C3-426F-89C4-A31EEB62CC5B}" srcOrd="0" destOrd="0" presId="urn:microsoft.com/office/officeart/2005/8/layout/vProcess5"/>
    <dgm:cxn modelId="{14BB76BD-73E2-4C0C-AF25-D94C61A42932}" type="presOf" srcId="{182FA217-78C7-4BE7-88C3-AFF24D544B5A}" destId="{A6879A8B-CEBB-4707-A785-BBE860EC5DCE}" srcOrd="1" destOrd="0" presId="urn:microsoft.com/office/officeart/2005/8/layout/vProcess5"/>
    <dgm:cxn modelId="{0374D9E2-5D80-434E-980B-929AB21E331A}" type="presOf" srcId="{182FA217-78C7-4BE7-88C3-AFF24D544B5A}" destId="{AF8B5C11-B2C0-451E-B410-E7F3C15BEC7C}" srcOrd="0" destOrd="0" presId="urn:microsoft.com/office/officeart/2005/8/layout/vProcess5"/>
    <dgm:cxn modelId="{2FB0E2E8-74A2-4CD6-904E-C615EEDE93D3}" type="presOf" srcId="{97B52E8C-5AEE-4262-AF17-F6B3CB78EF39}" destId="{15D581C9-F8FE-438F-9541-32E484EC3563}" srcOrd="0" destOrd="0" presId="urn:microsoft.com/office/officeart/2005/8/layout/vProcess5"/>
    <dgm:cxn modelId="{4F5DBFEA-BECB-4457-A2CB-4597BED995A0}" type="presOf" srcId="{E767C5C5-9A4A-4B32-9E9B-641DEFB340BE}" destId="{C545A066-1448-4E43-B910-2578CC938B0D}" srcOrd="0" destOrd="0" presId="urn:microsoft.com/office/officeart/2005/8/layout/vProcess5"/>
    <dgm:cxn modelId="{8B87D2F9-ACA3-4AEF-B863-7766CCBA00D7}" srcId="{E0D9733E-CA1A-44A4-8CCC-1DC5AEB7D4EF}" destId="{B977F1B8-CB5A-4D20-A3C8-CE1954C29F82}" srcOrd="1" destOrd="0" parTransId="{9ECA1F9B-6A6A-4C7B-B9B0-E8452E29F8FA}" sibTransId="{97B52E8C-5AEE-4262-AF17-F6B3CB78EF39}"/>
    <dgm:cxn modelId="{8A5B9BFE-7860-400B-A010-1830CB320AA6}" type="presOf" srcId="{24FBD73A-2E4B-4210-B1E9-041466850C9A}" destId="{A4DE3B3D-81FA-4FF1-B7C4-B0E5C542C349}" srcOrd="0" destOrd="0" presId="urn:microsoft.com/office/officeart/2005/8/layout/vProcess5"/>
    <dgm:cxn modelId="{24C68107-0EEB-424C-92DF-3E35C0DBD2F9}" type="presParOf" srcId="{EE55FE9E-3109-40BD-AF12-AE6925A03F34}" destId="{086A3D3B-0CA6-4A2B-839E-8D70C6ED228D}" srcOrd="0" destOrd="0" presId="urn:microsoft.com/office/officeart/2005/8/layout/vProcess5"/>
    <dgm:cxn modelId="{E8FDEDEC-922F-4D4D-8D0B-DDA971473327}" type="presParOf" srcId="{EE55FE9E-3109-40BD-AF12-AE6925A03F34}" destId="{A4DE3B3D-81FA-4FF1-B7C4-B0E5C542C349}" srcOrd="1" destOrd="0" presId="urn:microsoft.com/office/officeart/2005/8/layout/vProcess5"/>
    <dgm:cxn modelId="{815BD390-D407-4B64-A35A-7B9F77500CE5}" type="presParOf" srcId="{EE55FE9E-3109-40BD-AF12-AE6925A03F34}" destId="{CA5DFCBA-EF87-4A31-8346-725A89EA0A32}" srcOrd="2" destOrd="0" presId="urn:microsoft.com/office/officeart/2005/8/layout/vProcess5"/>
    <dgm:cxn modelId="{02F8FD54-4D79-4118-A005-FB545947DEED}" type="presParOf" srcId="{EE55FE9E-3109-40BD-AF12-AE6925A03F34}" destId="{BB89FA1B-1C57-4B6A-8BF9-29D68FFEE786}" srcOrd="3" destOrd="0" presId="urn:microsoft.com/office/officeart/2005/8/layout/vProcess5"/>
    <dgm:cxn modelId="{06195107-35B5-4BDC-A010-06790E8C9F7B}" type="presParOf" srcId="{EE55FE9E-3109-40BD-AF12-AE6925A03F34}" destId="{C545A066-1448-4E43-B910-2578CC938B0D}" srcOrd="4" destOrd="0" presId="urn:microsoft.com/office/officeart/2005/8/layout/vProcess5"/>
    <dgm:cxn modelId="{C9688789-EC92-4C91-946B-8EC07544A2A9}" type="presParOf" srcId="{EE55FE9E-3109-40BD-AF12-AE6925A03F34}" destId="{AF8B5C11-B2C0-451E-B410-E7F3C15BEC7C}" srcOrd="5" destOrd="0" presId="urn:microsoft.com/office/officeart/2005/8/layout/vProcess5"/>
    <dgm:cxn modelId="{2DD6B743-F1F4-41A9-836E-572A5D5940AA}" type="presParOf" srcId="{EE55FE9E-3109-40BD-AF12-AE6925A03F34}" destId="{5407EA99-B491-416C-AC23-809EF2690F55}" srcOrd="6" destOrd="0" presId="urn:microsoft.com/office/officeart/2005/8/layout/vProcess5"/>
    <dgm:cxn modelId="{EF625D73-4BC1-4439-A576-BFB683BB0CAF}" type="presParOf" srcId="{EE55FE9E-3109-40BD-AF12-AE6925A03F34}" destId="{15D581C9-F8FE-438F-9541-32E484EC3563}" srcOrd="7" destOrd="0" presId="urn:microsoft.com/office/officeart/2005/8/layout/vProcess5"/>
    <dgm:cxn modelId="{E6EE459C-4FD1-4D0E-974E-1EA18F25B5F8}" type="presParOf" srcId="{EE55FE9E-3109-40BD-AF12-AE6925A03F34}" destId="{390963FE-78C3-426F-89C4-A31EEB62CC5B}" srcOrd="8" destOrd="0" presId="urn:microsoft.com/office/officeart/2005/8/layout/vProcess5"/>
    <dgm:cxn modelId="{CFF2E36D-8F3B-4829-B7A5-86EB8C7A3512}" type="presParOf" srcId="{EE55FE9E-3109-40BD-AF12-AE6925A03F34}" destId="{540CA6A0-ECE7-4DC1-8129-7D51F1DE4F48}" srcOrd="9" destOrd="0" presId="urn:microsoft.com/office/officeart/2005/8/layout/vProcess5"/>
    <dgm:cxn modelId="{90A377CF-AFF2-4621-9F4A-72E8DFDB0872}" type="presParOf" srcId="{EE55FE9E-3109-40BD-AF12-AE6925A03F34}" destId="{99069EB8-6A94-41BF-812A-ECCB59E3D255}" srcOrd="10" destOrd="0" presId="urn:microsoft.com/office/officeart/2005/8/layout/vProcess5"/>
    <dgm:cxn modelId="{1F053476-A89D-4265-8112-1E2A7AEC4A69}" type="presParOf" srcId="{EE55FE9E-3109-40BD-AF12-AE6925A03F34}" destId="{B005AFD7-D0C2-4057-B249-CE57EE40C8B6}" srcOrd="11" destOrd="0" presId="urn:microsoft.com/office/officeart/2005/8/layout/vProcess5"/>
    <dgm:cxn modelId="{4C61DC53-4398-4524-8C82-08B412E5C07F}" type="presParOf" srcId="{EE55FE9E-3109-40BD-AF12-AE6925A03F34}" destId="{C8A44D54-97A3-4D26-8C51-B67CECC8C81C}" srcOrd="12" destOrd="0" presId="urn:microsoft.com/office/officeart/2005/8/layout/vProcess5"/>
    <dgm:cxn modelId="{9758BC69-F451-47C1-9FF4-B45A30336DCD}" type="presParOf" srcId="{EE55FE9E-3109-40BD-AF12-AE6925A03F34}" destId="{EC1D3993-EDA5-4FD8-B09C-6A8357480BF9}" srcOrd="13" destOrd="0" presId="urn:microsoft.com/office/officeart/2005/8/layout/vProcess5"/>
    <dgm:cxn modelId="{51FE2BE4-0C8B-43BD-8C16-0672DF8EBBCB}" type="presParOf" srcId="{EE55FE9E-3109-40BD-AF12-AE6925A03F34}" destId="{A6879A8B-CEBB-4707-A785-BBE860EC5DCE}"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1BF01F-AA8B-439E-86F5-BD70A1BAEBF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229438F-2CB6-4762-8212-756BA312D78C}">
      <dgm:prSet/>
      <dgm:spPr/>
      <dgm:t>
        <a:bodyPr/>
        <a:lstStyle/>
        <a:p>
          <a:r>
            <a:rPr lang="en-US"/>
            <a:t>Refactoring should make the project easier to read, run, test, or explain.</a:t>
          </a:r>
          <a:br>
            <a:rPr lang="en-US"/>
          </a:br>
          <a:endParaRPr lang="en-US"/>
        </a:p>
      </dgm:t>
    </dgm:pt>
    <dgm:pt modelId="{E54023FC-AAF7-49A3-A769-5A117AD8A9B5}" type="parTrans" cxnId="{990AED2F-E007-4091-9F76-5C82E0D085D2}">
      <dgm:prSet/>
      <dgm:spPr/>
      <dgm:t>
        <a:bodyPr/>
        <a:lstStyle/>
        <a:p>
          <a:endParaRPr lang="en-US"/>
        </a:p>
      </dgm:t>
    </dgm:pt>
    <dgm:pt modelId="{332B9004-7CAB-4C5E-9F86-066740D37D5B}" type="sibTrans" cxnId="{990AED2F-E007-4091-9F76-5C82E0D085D2}">
      <dgm:prSet/>
      <dgm:spPr/>
      <dgm:t>
        <a:bodyPr/>
        <a:lstStyle/>
        <a:p>
          <a:endParaRPr lang="en-US"/>
        </a:p>
      </dgm:t>
    </dgm:pt>
    <dgm:pt modelId="{97AADDFE-AA19-4EEE-9745-6EEF641EFFBC}">
      <dgm:prSet/>
      <dgm:spPr/>
      <dgm:t>
        <a:bodyPr/>
        <a:lstStyle/>
        <a:p>
          <a:r>
            <a:rPr lang="en-US"/>
            <a:t>Cosmetic changes are fine, but coherence matters more.</a:t>
          </a:r>
        </a:p>
      </dgm:t>
    </dgm:pt>
    <dgm:pt modelId="{62F143A2-BB89-4232-B0A0-A4E35444454C}" type="parTrans" cxnId="{F0AA87B3-1743-4E4F-ABE3-63DF86FDB87C}">
      <dgm:prSet/>
      <dgm:spPr/>
      <dgm:t>
        <a:bodyPr/>
        <a:lstStyle/>
        <a:p>
          <a:endParaRPr lang="en-US"/>
        </a:p>
      </dgm:t>
    </dgm:pt>
    <dgm:pt modelId="{362A88D7-DC63-4CE3-A284-E0951256B3E8}" type="sibTrans" cxnId="{F0AA87B3-1743-4E4F-ABE3-63DF86FDB87C}">
      <dgm:prSet/>
      <dgm:spPr/>
      <dgm:t>
        <a:bodyPr/>
        <a:lstStyle/>
        <a:p>
          <a:endParaRPr lang="en-US"/>
        </a:p>
      </dgm:t>
    </dgm:pt>
    <dgm:pt modelId="{10993358-4748-408D-AB13-0B243EDA8848}" type="pres">
      <dgm:prSet presAssocID="{121BF01F-AA8B-439E-86F5-BD70A1BAEBF5}" presName="hierChild1" presStyleCnt="0">
        <dgm:presLayoutVars>
          <dgm:chPref val="1"/>
          <dgm:dir/>
          <dgm:animOne val="branch"/>
          <dgm:animLvl val="lvl"/>
          <dgm:resizeHandles/>
        </dgm:presLayoutVars>
      </dgm:prSet>
      <dgm:spPr/>
    </dgm:pt>
    <dgm:pt modelId="{12A6CA0A-C762-4E17-B4B5-2AADD6C9A6FD}" type="pres">
      <dgm:prSet presAssocID="{2229438F-2CB6-4762-8212-756BA312D78C}" presName="hierRoot1" presStyleCnt="0"/>
      <dgm:spPr/>
    </dgm:pt>
    <dgm:pt modelId="{62862767-FB16-4D95-BA82-07289C174462}" type="pres">
      <dgm:prSet presAssocID="{2229438F-2CB6-4762-8212-756BA312D78C}" presName="composite" presStyleCnt="0"/>
      <dgm:spPr/>
    </dgm:pt>
    <dgm:pt modelId="{A7AD46D2-C780-41C0-9555-1813DC7CE407}" type="pres">
      <dgm:prSet presAssocID="{2229438F-2CB6-4762-8212-756BA312D78C}" presName="background" presStyleLbl="node0" presStyleIdx="0" presStyleCnt="2"/>
      <dgm:spPr/>
    </dgm:pt>
    <dgm:pt modelId="{F0F8F67E-CE73-4D18-A383-3CA62FCD929D}" type="pres">
      <dgm:prSet presAssocID="{2229438F-2CB6-4762-8212-756BA312D78C}" presName="text" presStyleLbl="fgAcc0" presStyleIdx="0" presStyleCnt="2">
        <dgm:presLayoutVars>
          <dgm:chPref val="3"/>
        </dgm:presLayoutVars>
      </dgm:prSet>
      <dgm:spPr/>
    </dgm:pt>
    <dgm:pt modelId="{C6E90A1E-8A4B-4315-8B97-7A7C752BAB2F}" type="pres">
      <dgm:prSet presAssocID="{2229438F-2CB6-4762-8212-756BA312D78C}" presName="hierChild2" presStyleCnt="0"/>
      <dgm:spPr/>
    </dgm:pt>
    <dgm:pt modelId="{E89202B3-9ED1-4257-964F-4DA3A1D48EDF}" type="pres">
      <dgm:prSet presAssocID="{97AADDFE-AA19-4EEE-9745-6EEF641EFFBC}" presName="hierRoot1" presStyleCnt="0"/>
      <dgm:spPr/>
    </dgm:pt>
    <dgm:pt modelId="{8C195622-FE91-42BC-8872-4D22027B0147}" type="pres">
      <dgm:prSet presAssocID="{97AADDFE-AA19-4EEE-9745-6EEF641EFFBC}" presName="composite" presStyleCnt="0"/>
      <dgm:spPr/>
    </dgm:pt>
    <dgm:pt modelId="{A3CF1572-9EE9-4BA5-9E07-30E168BCDB9C}" type="pres">
      <dgm:prSet presAssocID="{97AADDFE-AA19-4EEE-9745-6EEF641EFFBC}" presName="background" presStyleLbl="node0" presStyleIdx="1" presStyleCnt="2"/>
      <dgm:spPr/>
    </dgm:pt>
    <dgm:pt modelId="{64A4C128-EEFC-4CF7-BCDA-F2B66D6EF791}" type="pres">
      <dgm:prSet presAssocID="{97AADDFE-AA19-4EEE-9745-6EEF641EFFBC}" presName="text" presStyleLbl="fgAcc0" presStyleIdx="1" presStyleCnt="2">
        <dgm:presLayoutVars>
          <dgm:chPref val="3"/>
        </dgm:presLayoutVars>
      </dgm:prSet>
      <dgm:spPr/>
    </dgm:pt>
    <dgm:pt modelId="{8C62E345-C2F0-49A7-9DCA-28E7990086E2}" type="pres">
      <dgm:prSet presAssocID="{97AADDFE-AA19-4EEE-9745-6EEF641EFFBC}" presName="hierChild2" presStyleCnt="0"/>
      <dgm:spPr/>
    </dgm:pt>
  </dgm:ptLst>
  <dgm:cxnLst>
    <dgm:cxn modelId="{E6F5991E-FFA1-474E-A798-A792D259856D}" type="presOf" srcId="{121BF01F-AA8B-439E-86F5-BD70A1BAEBF5}" destId="{10993358-4748-408D-AB13-0B243EDA8848}" srcOrd="0" destOrd="0" presId="urn:microsoft.com/office/officeart/2005/8/layout/hierarchy1"/>
    <dgm:cxn modelId="{990AED2F-E007-4091-9F76-5C82E0D085D2}" srcId="{121BF01F-AA8B-439E-86F5-BD70A1BAEBF5}" destId="{2229438F-2CB6-4762-8212-756BA312D78C}" srcOrd="0" destOrd="0" parTransId="{E54023FC-AAF7-49A3-A769-5A117AD8A9B5}" sibTransId="{332B9004-7CAB-4C5E-9F86-066740D37D5B}"/>
    <dgm:cxn modelId="{A8CE7A69-F357-4679-A3A4-FE12D6973C02}" type="presOf" srcId="{2229438F-2CB6-4762-8212-756BA312D78C}" destId="{F0F8F67E-CE73-4D18-A383-3CA62FCD929D}" srcOrd="0" destOrd="0" presId="urn:microsoft.com/office/officeart/2005/8/layout/hierarchy1"/>
    <dgm:cxn modelId="{F0AA87B3-1743-4E4F-ABE3-63DF86FDB87C}" srcId="{121BF01F-AA8B-439E-86F5-BD70A1BAEBF5}" destId="{97AADDFE-AA19-4EEE-9745-6EEF641EFFBC}" srcOrd="1" destOrd="0" parTransId="{62F143A2-BB89-4232-B0A0-A4E35444454C}" sibTransId="{362A88D7-DC63-4CE3-A284-E0951256B3E8}"/>
    <dgm:cxn modelId="{7F8D31DD-6FCF-42F2-A50C-86D74EB737D4}" type="presOf" srcId="{97AADDFE-AA19-4EEE-9745-6EEF641EFFBC}" destId="{64A4C128-EEFC-4CF7-BCDA-F2B66D6EF791}" srcOrd="0" destOrd="0" presId="urn:microsoft.com/office/officeart/2005/8/layout/hierarchy1"/>
    <dgm:cxn modelId="{79991383-D585-49B8-8EA9-41A78177626B}" type="presParOf" srcId="{10993358-4748-408D-AB13-0B243EDA8848}" destId="{12A6CA0A-C762-4E17-B4B5-2AADD6C9A6FD}" srcOrd="0" destOrd="0" presId="urn:microsoft.com/office/officeart/2005/8/layout/hierarchy1"/>
    <dgm:cxn modelId="{12ED5335-B021-41ED-8206-5413E202D81E}" type="presParOf" srcId="{12A6CA0A-C762-4E17-B4B5-2AADD6C9A6FD}" destId="{62862767-FB16-4D95-BA82-07289C174462}" srcOrd="0" destOrd="0" presId="urn:microsoft.com/office/officeart/2005/8/layout/hierarchy1"/>
    <dgm:cxn modelId="{4196E934-E6ED-4E2A-AE2B-4B7B94B88D7A}" type="presParOf" srcId="{62862767-FB16-4D95-BA82-07289C174462}" destId="{A7AD46D2-C780-41C0-9555-1813DC7CE407}" srcOrd="0" destOrd="0" presId="urn:microsoft.com/office/officeart/2005/8/layout/hierarchy1"/>
    <dgm:cxn modelId="{0B295BDB-517F-4A10-99FC-DE31AF594007}" type="presParOf" srcId="{62862767-FB16-4D95-BA82-07289C174462}" destId="{F0F8F67E-CE73-4D18-A383-3CA62FCD929D}" srcOrd="1" destOrd="0" presId="urn:microsoft.com/office/officeart/2005/8/layout/hierarchy1"/>
    <dgm:cxn modelId="{8F5C4EB0-67B0-4CC1-A85F-F53B461D23FB}" type="presParOf" srcId="{12A6CA0A-C762-4E17-B4B5-2AADD6C9A6FD}" destId="{C6E90A1E-8A4B-4315-8B97-7A7C752BAB2F}" srcOrd="1" destOrd="0" presId="urn:microsoft.com/office/officeart/2005/8/layout/hierarchy1"/>
    <dgm:cxn modelId="{7EBC1EA3-652D-4224-9C51-B195D61A9127}" type="presParOf" srcId="{10993358-4748-408D-AB13-0B243EDA8848}" destId="{E89202B3-9ED1-4257-964F-4DA3A1D48EDF}" srcOrd="1" destOrd="0" presId="urn:microsoft.com/office/officeart/2005/8/layout/hierarchy1"/>
    <dgm:cxn modelId="{602E457F-38E9-4F2D-BF87-54A4424281EE}" type="presParOf" srcId="{E89202B3-9ED1-4257-964F-4DA3A1D48EDF}" destId="{8C195622-FE91-42BC-8872-4D22027B0147}" srcOrd="0" destOrd="0" presId="urn:microsoft.com/office/officeart/2005/8/layout/hierarchy1"/>
    <dgm:cxn modelId="{F0245284-E25A-4418-AF1D-917B8F131582}" type="presParOf" srcId="{8C195622-FE91-42BC-8872-4D22027B0147}" destId="{A3CF1572-9EE9-4BA5-9E07-30E168BCDB9C}" srcOrd="0" destOrd="0" presId="urn:microsoft.com/office/officeart/2005/8/layout/hierarchy1"/>
    <dgm:cxn modelId="{803503F7-7A15-4D4B-AD81-DF453A5E3692}" type="presParOf" srcId="{8C195622-FE91-42BC-8872-4D22027B0147}" destId="{64A4C128-EEFC-4CF7-BCDA-F2B66D6EF791}" srcOrd="1" destOrd="0" presId="urn:microsoft.com/office/officeart/2005/8/layout/hierarchy1"/>
    <dgm:cxn modelId="{EECB3EE4-8B23-4F88-817C-DB384C1F8A6C}" type="presParOf" srcId="{E89202B3-9ED1-4257-964F-4DA3A1D48EDF}" destId="{8C62E345-C2F0-49A7-9DCA-28E7990086E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DFA174-D9AC-49F7-B0A4-6B37FF5530B6}">
      <dsp:nvSpPr>
        <dsp:cNvPr id="0" name=""/>
        <dsp:cNvSpPr/>
      </dsp:nvSpPr>
      <dsp:spPr>
        <a:xfrm>
          <a:off x="0" y="665190"/>
          <a:ext cx="7213600"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516433-7EDB-4C9A-8A7E-6F9BFBCEA515}">
      <dsp:nvSpPr>
        <dsp:cNvPr id="0" name=""/>
        <dsp:cNvSpPr/>
      </dsp:nvSpPr>
      <dsp:spPr>
        <a:xfrm>
          <a:off x="371483" y="941500"/>
          <a:ext cx="675424" cy="6754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3557B6-D0B1-4866-9CB7-FDFE19E9A372}">
      <dsp:nvSpPr>
        <dsp:cNvPr id="0" name=""/>
        <dsp:cNvSpPr/>
      </dsp:nvSpPr>
      <dsp:spPr>
        <a:xfrm>
          <a:off x="1418391" y="665190"/>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933450">
            <a:lnSpc>
              <a:spcPct val="90000"/>
            </a:lnSpc>
            <a:spcBef>
              <a:spcPct val="0"/>
            </a:spcBef>
            <a:spcAft>
              <a:spcPct val="35000"/>
            </a:spcAft>
            <a:buNone/>
          </a:pPr>
          <a:r>
            <a:rPr lang="en-US" sz="2100" kern="1200"/>
            <a:t>Today is a final-work session.</a:t>
          </a:r>
        </a:p>
      </dsp:txBody>
      <dsp:txXfrm>
        <a:off x="1418391" y="665190"/>
        <a:ext cx="5795208" cy="1228044"/>
      </dsp:txXfrm>
    </dsp:sp>
    <dsp:sp modelId="{AA2EC09B-8FBF-43B3-AB0D-64A291920FA2}">
      <dsp:nvSpPr>
        <dsp:cNvPr id="0" name=""/>
        <dsp:cNvSpPr/>
      </dsp:nvSpPr>
      <dsp:spPr>
        <a:xfrm>
          <a:off x="0" y="2200246"/>
          <a:ext cx="7213600" cy="122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23859-8ACD-4ABA-8ED2-D5BF9CF8B668}">
      <dsp:nvSpPr>
        <dsp:cNvPr id="0" name=""/>
        <dsp:cNvSpPr/>
      </dsp:nvSpPr>
      <dsp:spPr>
        <a:xfrm>
          <a:off x="371483" y="2476556"/>
          <a:ext cx="675424" cy="6754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B884383-C1DF-4BE9-832B-EF358B9AE2C5}">
      <dsp:nvSpPr>
        <dsp:cNvPr id="0" name=""/>
        <dsp:cNvSpPr/>
      </dsp:nvSpPr>
      <dsp:spPr>
        <a:xfrm>
          <a:off x="1418391" y="2200246"/>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933450">
            <a:lnSpc>
              <a:spcPct val="90000"/>
            </a:lnSpc>
            <a:spcBef>
              <a:spcPct val="0"/>
            </a:spcBef>
            <a:spcAft>
              <a:spcPct val="35000"/>
            </a:spcAft>
            <a:buNone/>
          </a:pPr>
          <a:r>
            <a:rPr lang="en-US" sz="2100" kern="1200"/>
            <a:t>Depending on class needs, we may use a short reset, begin presentations, or move directly into capstone build and support time.</a:t>
          </a:r>
        </a:p>
      </dsp:txBody>
      <dsp:txXfrm>
        <a:off x="1418391" y="2200246"/>
        <a:ext cx="5795208" cy="1228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166E1-BE34-4002-A14B-F55A94AFC1BA}">
      <dsp:nvSpPr>
        <dsp:cNvPr id="0" name=""/>
        <dsp:cNvSpPr/>
      </dsp:nvSpPr>
      <dsp:spPr>
        <a:xfrm>
          <a:off x="0" y="783768"/>
          <a:ext cx="5019610" cy="14469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5F4350-F66E-40B4-B118-04E75CD2D23F}">
      <dsp:nvSpPr>
        <dsp:cNvPr id="0" name=""/>
        <dsp:cNvSpPr/>
      </dsp:nvSpPr>
      <dsp:spPr>
        <a:xfrm>
          <a:off x="437704" y="1109333"/>
          <a:ext cx="795826" cy="795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ABAF57-1D5C-429A-9422-B01EE9B98F36}">
      <dsp:nvSpPr>
        <dsp:cNvPr id="0" name=""/>
        <dsp:cNvSpPr/>
      </dsp:nvSpPr>
      <dsp:spPr>
        <a:xfrm>
          <a:off x="1671235" y="783768"/>
          <a:ext cx="3348374" cy="144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36" tIns="153136" rIns="153136" bIns="153136" numCol="1" spcCol="1270" anchor="ctr" anchorCtr="0">
          <a:noAutofit/>
        </a:bodyPr>
        <a:lstStyle/>
        <a:p>
          <a:pPr marL="0" lvl="0" indent="0" algn="l" defTabSz="755650">
            <a:lnSpc>
              <a:spcPct val="90000"/>
            </a:lnSpc>
            <a:spcBef>
              <a:spcPct val="0"/>
            </a:spcBef>
            <a:spcAft>
              <a:spcPct val="35000"/>
            </a:spcAft>
            <a:buNone/>
          </a:pPr>
          <a:r>
            <a:rPr lang="en-US" sz="1700" kern="1200"/>
            <a:t>Revision is not retreat.</a:t>
          </a:r>
        </a:p>
      </dsp:txBody>
      <dsp:txXfrm>
        <a:off x="1671235" y="783768"/>
        <a:ext cx="3348374" cy="1446957"/>
      </dsp:txXfrm>
    </dsp:sp>
    <dsp:sp modelId="{01DF6D8D-1F45-40EA-BEED-57739C639322}">
      <dsp:nvSpPr>
        <dsp:cNvPr id="0" name=""/>
        <dsp:cNvSpPr/>
      </dsp:nvSpPr>
      <dsp:spPr>
        <a:xfrm>
          <a:off x="0" y="2592464"/>
          <a:ext cx="5019610" cy="14469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587BF6-4AD7-48BB-957F-24468294C63E}">
      <dsp:nvSpPr>
        <dsp:cNvPr id="0" name=""/>
        <dsp:cNvSpPr/>
      </dsp:nvSpPr>
      <dsp:spPr>
        <a:xfrm>
          <a:off x="437704" y="2918029"/>
          <a:ext cx="795826" cy="795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1A7DD0-F008-4A74-A98D-4450FA7DAD17}">
      <dsp:nvSpPr>
        <dsp:cNvPr id="0" name=""/>
        <dsp:cNvSpPr/>
      </dsp:nvSpPr>
      <dsp:spPr>
        <a:xfrm>
          <a:off x="1671235" y="2592464"/>
          <a:ext cx="3348374" cy="144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36" tIns="153136" rIns="153136" bIns="153136" numCol="1" spcCol="1270" anchor="ctr" anchorCtr="0">
          <a:noAutofit/>
        </a:bodyPr>
        <a:lstStyle/>
        <a:p>
          <a:pPr marL="0" lvl="0" indent="0" algn="l" defTabSz="755650">
            <a:lnSpc>
              <a:spcPct val="90000"/>
            </a:lnSpc>
            <a:spcBef>
              <a:spcPct val="0"/>
            </a:spcBef>
            <a:spcAft>
              <a:spcPct val="35000"/>
            </a:spcAft>
            <a:buNone/>
          </a:pPr>
          <a:r>
            <a:rPr lang="en-US" sz="1700" kern="1200"/>
            <a:t>When a project touches reality, changing, cutting, or simplifying something can make the final result stronger.</a:t>
          </a:r>
        </a:p>
      </dsp:txBody>
      <dsp:txXfrm>
        <a:off x="1671235" y="2592464"/>
        <a:ext cx="3348374" cy="14469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E3B3D-81FA-4FF1-B7C4-B0E5C542C349}">
      <dsp:nvSpPr>
        <dsp:cNvPr id="0" name=""/>
        <dsp:cNvSpPr/>
      </dsp:nvSpPr>
      <dsp:spPr>
        <a:xfrm>
          <a:off x="0" y="0"/>
          <a:ext cx="5554471" cy="73682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Running the project may reveal:</a:t>
          </a:r>
        </a:p>
      </dsp:txBody>
      <dsp:txXfrm>
        <a:off x="21581" y="21581"/>
        <a:ext cx="4673169" cy="693664"/>
      </dsp:txXfrm>
    </dsp:sp>
    <dsp:sp modelId="{CA5DFCBA-EF87-4A31-8346-725A89EA0A32}">
      <dsp:nvSpPr>
        <dsp:cNvPr id="0" name=""/>
        <dsp:cNvSpPr/>
      </dsp:nvSpPr>
      <dsp:spPr>
        <a:xfrm>
          <a:off x="414782" y="839163"/>
          <a:ext cx="5554471" cy="736826"/>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 feature is too large</a:t>
          </a:r>
        </a:p>
      </dsp:txBody>
      <dsp:txXfrm>
        <a:off x="436363" y="860744"/>
        <a:ext cx="4617590" cy="693664"/>
      </dsp:txXfrm>
    </dsp:sp>
    <dsp:sp modelId="{BB89FA1B-1C57-4B6A-8BF9-29D68FFEE786}">
      <dsp:nvSpPr>
        <dsp:cNvPr id="0" name=""/>
        <dsp:cNvSpPr/>
      </dsp:nvSpPr>
      <dsp:spPr>
        <a:xfrm>
          <a:off x="829564" y="1678327"/>
          <a:ext cx="5554471" cy="736826"/>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 data format is harder than expected</a:t>
          </a:r>
        </a:p>
      </dsp:txBody>
      <dsp:txXfrm>
        <a:off x="851145" y="1699908"/>
        <a:ext cx="4617590" cy="693664"/>
      </dsp:txXfrm>
    </dsp:sp>
    <dsp:sp modelId="{C545A066-1448-4E43-B910-2578CC938B0D}">
      <dsp:nvSpPr>
        <dsp:cNvPr id="0" name=""/>
        <dsp:cNvSpPr/>
      </dsp:nvSpPr>
      <dsp:spPr>
        <a:xfrm>
          <a:off x="1244346" y="2517491"/>
          <a:ext cx="5554471" cy="736826"/>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an output needs to be clearer</a:t>
          </a:r>
        </a:p>
      </dsp:txBody>
      <dsp:txXfrm>
        <a:off x="1265927" y="2539072"/>
        <a:ext cx="4617590" cy="693664"/>
      </dsp:txXfrm>
    </dsp:sp>
    <dsp:sp modelId="{AF8B5C11-B2C0-451E-B410-E7F3C15BEC7C}">
      <dsp:nvSpPr>
        <dsp:cNvPr id="0" name=""/>
        <dsp:cNvSpPr/>
      </dsp:nvSpPr>
      <dsp:spPr>
        <a:xfrm>
          <a:off x="1659128" y="3356655"/>
          <a:ext cx="5554471" cy="736826"/>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 smaller core is the better final version</a:t>
          </a:r>
        </a:p>
      </dsp:txBody>
      <dsp:txXfrm>
        <a:off x="1680709" y="3378236"/>
        <a:ext cx="4617590" cy="693664"/>
      </dsp:txXfrm>
    </dsp:sp>
    <dsp:sp modelId="{5407EA99-B491-416C-AC23-809EF2690F55}">
      <dsp:nvSpPr>
        <dsp:cNvPr id="0" name=""/>
        <dsp:cNvSpPr/>
      </dsp:nvSpPr>
      <dsp:spPr>
        <a:xfrm>
          <a:off x="5075534" y="538292"/>
          <a:ext cx="478937" cy="47893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183295" y="538292"/>
        <a:ext cx="263415" cy="360400"/>
      </dsp:txXfrm>
    </dsp:sp>
    <dsp:sp modelId="{15D581C9-F8FE-438F-9541-32E484EC3563}">
      <dsp:nvSpPr>
        <dsp:cNvPr id="0" name=""/>
        <dsp:cNvSpPr/>
      </dsp:nvSpPr>
      <dsp:spPr>
        <a:xfrm>
          <a:off x="5490316" y="1377456"/>
          <a:ext cx="478937" cy="478937"/>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598077" y="1377456"/>
        <a:ext cx="263415" cy="360400"/>
      </dsp:txXfrm>
    </dsp:sp>
    <dsp:sp modelId="{390963FE-78C3-426F-89C4-A31EEB62CC5B}">
      <dsp:nvSpPr>
        <dsp:cNvPr id="0" name=""/>
        <dsp:cNvSpPr/>
      </dsp:nvSpPr>
      <dsp:spPr>
        <a:xfrm>
          <a:off x="5905098" y="2204340"/>
          <a:ext cx="478937" cy="478937"/>
        </a:xfrm>
        <a:prstGeom prst="downArrow">
          <a:avLst>
            <a:gd name="adj1" fmla="val 55000"/>
            <a:gd name="adj2" fmla="val 45000"/>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012859" y="2204340"/>
        <a:ext cx="263415" cy="360400"/>
      </dsp:txXfrm>
    </dsp:sp>
    <dsp:sp modelId="{540CA6A0-ECE7-4DC1-8129-7D51F1DE4F48}">
      <dsp:nvSpPr>
        <dsp:cNvPr id="0" name=""/>
        <dsp:cNvSpPr/>
      </dsp:nvSpPr>
      <dsp:spPr>
        <a:xfrm>
          <a:off x="6319880" y="3051690"/>
          <a:ext cx="478937" cy="478937"/>
        </a:xfrm>
        <a:prstGeom prst="downArrow">
          <a:avLst>
            <a:gd name="adj1" fmla="val 55000"/>
            <a:gd name="adj2" fmla="val 45000"/>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27641" y="3051690"/>
        <a:ext cx="263415" cy="360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AD46D2-C780-41C0-9555-1813DC7CE407}">
      <dsp:nvSpPr>
        <dsp:cNvPr id="0" name=""/>
        <dsp:cNvSpPr/>
      </dsp:nvSpPr>
      <dsp:spPr>
        <a:xfrm>
          <a:off x="880" y="902290"/>
          <a:ext cx="3090788" cy="19626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F8F67E-CE73-4D18-A383-3CA62FCD929D}">
      <dsp:nvSpPr>
        <dsp:cNvPr id="0" name=""/>
        <dsp:cNvSpPr/>
      </dsp:nvSpPr>
      <dsp:spPr>
        <a:xfrm>
          <a:off x="344301" y="1228540"/>
          <a:ext cx="3090788" cy="19626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Refactoring should make the project easier to read, run, test, or explain.</a:t>
          </a:r>
          <a:br>
            <a:rPr lang="en-US" sz="2400" kern="1200"/>
          </a:br>
          <a:endParaRPr lang="en-US" sz="2400" kern="1200"/>
        </a:p>
      </dsp:txBody>
      <dsp:txXfrm>
        <a:off x="401785" y="1286024"/>
        <a:ext cx="2975820" cy="1847682"/>
      </dsp:txXfrm>
    </dsp:sp>
    <dsp:sp modelId="{A3CF1572-9EE9-4BA5-9E07-30E168BCDB9C}">
      <dsp:nvSpPr>
        <dsp:cNvPr id="0" name=""/>
        <dsp:cNvSpPr/>
      </dsp:nvSpPr>
      <dsp:spPr>
        <a:xfrm>
          <a:off x="3778510" y="902290"/>
          <a:ext cx="3090788" cy="196265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A4C128-EEFC-4CF7-BCDA-F2B66D6EF791}">
      <dsp:nvSpPr>
        <dsp:cNvPr id="0" name=""/>
        <dsp:cNvSpPr/>
      </dsp:nvSpPr>
      <dsp:spPr>
        <a:xfrm>
          <a:off x="4121931" y="1228540"/>
          <a:ext cx="3090788" cy="196265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Cosmetic changes are fine, but coherence matters more.</a:t>
          </a:r>
        </a:p>
      </dsp:txBody>
      <dsp:txXfrm>
        <a:off x="4179415" y="1286024"/>
        <a:ext cx="2975820" cy="184768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43E5A-6629-4B53-8BAD-0FC37077EB14}" type="datetimeFigureOut">
              <a:rPr lang="en-US" smtClean="0"/>
              <a:t>6/21/2026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6/21/2026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16ACA2-47E6-42D2-BEC8-EDC49A1A9FA1}" type="slidenum">
              <a:rPr kumimoji="0" lang="en-US"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names the flexible session design.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using this reset, begin by normalizing revision as part of finishing well.</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108000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only if students are emotionally resisting simplification.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need the reminder, explain that running the project often reveals the real priorities.</a:t>
            </a:r>
          </a:p>
        </p:txBody>
      </p:sp>
      <p:sp>
        <p:nvSpPr>
          <p:cNvPr id="4" name="Slide Number Placeholder 3"/>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76200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FDF2-E0B7-D943-324E-22CC7A413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18AEF-4D30-1016-A2B9-66223CE5C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0EA62-AA59-3993-BCE1-15BE5AF925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A86AE-397C-71B3-5D5E-367E6014B311}"/>
              </a:ext>
            </a:extLst>
          </p:cNvPr>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3457892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concise version of the older Day 2 lecture.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revision is needed, frame refactoring around coherence rather than cosmetic change.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650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60810-58D3-9915-C1F2-B89AFE255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0556B-295D-ADF8-E677-1620B65AB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2CD34-DA0D-40D6-B710-2300233BA7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100C47-A084-FCD1-5874-E0214A9203FF}"/>
              </a:ext>
            </a:extLst>
          </p:cNvPr>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20903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it practical. Do not start a broad refactoring lecture.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ask students to preserve one meaningful revision note for the final explanation.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4148772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2315-5990-DBEC-78F0-980EFB09A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13CAF-01EF-CC06-52CC-D2CFB6110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BC4D2-02B1-955F-67C2-7A77AC3E1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B6ACC-C64B-BE21-6884-A8D5BFEA3416}"/>
              </a:ext>
            </a:extLst>
          </p:cNvPr>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1103165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supports A16 explanation.</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with, if helpful </a:t>
            </a:r>
            <a:r>
              <a:rPr lang="en-US" sz="1200" b="1" kern="1200" dirty="0">
                <a:solidFill>
                  <a:schemeClr val="tx1"/>
                </a:solidFill>
                <a:effectLst/>
                <a:latin typeface="+mn-lt"/>
                <a:ea typeface="+mn-ea"/>
                <a:cs typeface="+mn-cs"/>
              </a:rPr>
              <a:t>(markdown artifact):</a:t>
            </a:r>
          </a:p>
          <a:p>
            <a:r>
              <a:rPr lang="en-US" sz="1200" b="0" i="1" kern="1200" dirty="0">
                <a:solidFill>
                  <a:schemeClr val="tx1"/>
                </a:solidFill>
                <a:effectLst/>
                <a:latin typeface="+mn-lt"/>
                <a:ea typeface="+mn-ea"/>
                <a:cs typeface="+mn-cs"/>
              </a:rPr>
              <a:t>`\Demos\Week_08_Capstone_Build_Justification_and_Presentation\05_revision_after_reality_contact_example.md`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presentations are beginning soon, shift from revision into explanation.</a:t>
            </a:r>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1952890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can be used as the short pre-presentation reset.</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with, if helpful </a:t>
            </a:r>
            <a:r>
              <a:rPr lang="en-US" sz="1200" b="1" kern="1200" dirty="0">
                <a:solidFill>
                  <a:schemeClr val="tx1"/>
                </a:solidFill>
                <a:effectLst/>
                <a:latin typeface="+mn-lt"/>
                <a:ea typeface="+mn-ea"/>
                <a:cs typeface="+mn-cs"/>
              </a:rPr>
              <a:t>(markdown artifact):</a:t>
            </a:r>
          </a:p>
          <a:p>
            <a:r>
              <a:rPr lang="en-US" sz="1200" b="0" i="1" kern="1200" dirty="0">
                <a:solidFill>
                  <a:schemeClr val="tx1"/>
                </a:solidFill>
                <a:effectLst/>
                <a:latin typeface="+mn-lt"/>
                <a:ea typeface="+mn-ea"/>
                <a:cs typeface="+mn-cs"/>
              </a:rPr>
              <a:t>`\Demos\Week_08_Capstone_Build_Justification_and_Presentation\04_final_presentation_outline.md`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make AI accountability explicit before students present.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2181691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5196-A980-6CF9-41CA-06AD72996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E77E2-CD49-9962-DE28-8FE95C2C6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5A6A8-6507-41EE-9A6D-3CED807E9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F04B6E-15B1-1E6E-2465-D9B60932E472}"/>
              </a:ext>
            </a:extLst>
          </p:cNvPr>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1487991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it non-accusatory and accountability-focused.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with, if helpful </a:t>
            </a:r>
            <a:r>
              <a:rPr lang="en-US" sz="1200" b="1" kern="1200" dirty="0">
                <a:solidFill>
                  <a:schemeClr val="tx1"/>
                </a:solidFill>
                <a:effectLst/>
                <a:latin typeface="+mn-lt"/>
                <a:ea typeface="+mn-ea"/>
                <a:cs typeface="+mn-cs"/>
              </a:rPr>
              <a:t>(markdown artifact):</a:t>
            </a:r>
          </a:p>
          <a:p>
            <a:r>
              <a:rPr lang="en-US" sz="1200" b="0" kern="1200" dirty="0">
                <a:solidFill>
                  <a:schemeClr val="tx1"/>
                </a:solidFill>
                <a:effectLst/>
                <a:latin typeface="+mn-lt"/>
                <a:ea typeface="+mn-ea"/>
                <a:cs typeface="+mn-cs"/>
              </a:rPr>
              <a:t>`\Demos\Week_08_Capstone_Build_Justification_and_Presentation\03_ai_use_justification_example.md`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presentations begin today, convert the explanation checklist into presentation staging.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3017654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E0C1-723C-E576-1A59-3B1D0E8BF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B6204-4C62-E7F7-1418-3E2A9DBEA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03F24-A6AF-3DDC-15DB-C445E63E55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598DC1-7F5D-E604-D516-4141D2663F65}"/>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2239306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if enrollment requires staging presentations across Day 2 and Day 3.</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End the reset immediately and move to the highest-value final work.</a:t>
            </a:r>
          </a:p>
        </p:txBody>
      </p:sp>
      <p:sp>
        <p:nvSpPr>
          <p:cNvPr id="4" name="Slide Number Placeholder 3"/>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1683089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CE91-5493-11E3-7DCA-55BEFD85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1B797-47D0-9802-F916-1A774AAB6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1266E-E191-5015-5762-24400000F9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DA57A0-873B-817A-3B0E-8ABE0D8A43B1}"/>
              </a:ext>
            </a:extLst>
          </p:cNvPr>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3563756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End immediately. Do not extend the lecture unless the class genuinely needs it.</a:t>
            </a:r>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1463888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0F8D5-D83C-F05B-DC0F-5DF2AB673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7FF50-55FD-FB3F-D3A3-CB8806F26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697BB-F1E8-A8D2-93AE-82A796545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FE575-058C-3C5D-6DF1-22898983B04A}"/>
              </a:ext>
            </a:extLst>
          </p:cNvPr>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2797935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6/21/2026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130595" y="1358537"/>
            <a:ext cx="5826719" cy="2692299"/>
          </a:xfrm>
        </p:spPr>
        <p:txBody>
          <a:bodyPr/>
          <a:lstStyle/>
          <a:p>
            <a:r>
              <a:rPr lang="en-US" dirty="0"/>
              <a:t>Python Programming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8 – Capstone Build, Justification, &amp; Presentation</a:t>
            </a:r>
          </a:p>
          <a:p>
            <a:r>
              <a:rPr lang="en-US" i="1" dirty="0"/>
              <a:t>Day 2: “Revision Staging &amp; Presentation Readiness”</a:t>
            </a:r>
          </a:p>
        </p:txBody>
      </p:sp>
    </p:spTree>
    <p:extLst>
      <p:ext uri="{BB962C8B-B14F-4D97-AF65-F5344CB8AC3E}">
        <p14:creationId xmlns:p14="http://schemas.microsoft.com/office/powerpoint/2010/main" val="1058621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4A34B9-4282-4F69-6D75-152BF8906AA8}"/>
              </a:ext>
            </a:extLst>
          </p:cNvPr>
          <p:cNvSpPr>
            <a:spLocks noGrp="1"/>
          </p:cNvSpPr>
          <p:nvPr>
            <p:ph type="title"/>
          </p:nvPr>
        </p:nvSpPr>
        <p:spPr>
          <a:xfrm>
            <a:off x="965199" y="609600"/>
            <a:ext cx="7648121" cy="1099457"/>
          </a:xfrm>
        </p:spPr>
        <p:txBody>
          <a:bodyPr>
            <a:normAutofit/>
          </a:bodyPr>
          <a:lstStyle/>
          <a:p>
            <a:r>
              <a:rPr lang="en-US" dirty="0"/>
              <a:t>Today May Not Need A Lecture</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FEC1CF0C-9C79-F0FF-3E85-8D52C5BA8A64}"/>
              </a:ext>
            </a:extLst>
          </p:cNvPr>
          <p:cNvGraphicFramePr>
            <a:graphicFrameLocks noGrp="1"/>
          </p:cNvGraphicFramePr>
          <p:nvPr>
            <p:ph idx="1"/>
            <p:extLst>
              <p:ext uri="{D42A27DB-BD31-4B8C-83A1-F6EECF244321}">
                <p14:modId xmlns:p14="http://schemas.microsoft.com/office/powerpoint/2010/main" val="79758216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316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Today May Not Need</a:t>
            </a:r>
            <a:br>
              <a:rPr lang="en-US" sz="4200" dirty="0"/>
            </a:br>
            <a:r>
              <a:rPr lang="en-US" sz="4200" dirty="0"/>
              <a:t>A Lecture</a:t>
            </a:r>
          </a:p>
        </p:txBody>
      </p:sp>
      <p:pic>
        <p:nvPicPr>
          <p:cNvPr id="5" name="Picture Placeholder 4" descr="Diagram illustrating a three-mode session framework designed to support steady progress in a classroom setting, featuring three modes: Build Support, Short Reset, and Presentations. Each mode is color-coded with icons and includes specific actions such as asking questions and solving problems in blue for Build Support, pausing and refocusing in green for Short Reset, and sharing work and learning from peers in purple for Presentations, with a note that modes can change anytime based on learning needs.">
            <a:extLst>
              <a:ext uri="{FF2B5EF4-FFF2-40B4-BE49-F238E27FC236}">
                <a16:creationId xmlns:a16="http://schemas.microsoft.com/office/drawing/2014/main" id="{5F04A203-3A61-03BB-F4F9-4272275F62F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9C34F4-21E7-AD75-A572-BC6608F4DB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14C37CBC-0B13-DD94-C103-CFB0CD9164A8}"/>
              </a:ext>
            </a:extLst>
          </p:cNvPr>
          <p:cNvSpPr>
            <a:spLocks noGrp="1"/>
          </p:cNvSpPr>
          <p:nvPr>
            <p:ph type="title"/>
          </p:nvPr>
        </p:nvSpPr>
        <p:spPr>
          <a:xfrm>
            <a:off x="489360" y="1382486"/>
            <a:ext cx="2660686" cy="4093028"/>
          </a:xfrm>
        </p:spPr>
        <p:txBody>
          <a:bodyPr anchor="ctr">
            <a:normAutofit/>
          </a:bodyPr>
          <a:lstStyle/>
          <a:p>
            <a:r>
              <a:rPr lang="en-US" sz="3800"/>
              <a:t>Revision Is Not Retreat</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AEDB8F9-6760-57B9-6E24-4691E7CED08F}"/>
              </a:ext>
            </a:extLst>
          </p:cNvPr>
          <p:cNvGraphicFramePr>
            <a:graphicFrameLocks noGrp="1"/>
          </p:cNvGraphicFramePr>
          <p:nvPr>
            <p:ph idx="1"/>
            <p:extLst>
              <p:ext uri="{D42A27DB-BD31-4B8C-83A1-F6EECF244321}">
                <p14:modId xmlns:p14="http://schemas.microsoft.com/office/powerpoint/2010/main" val="1384822259"/>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676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6C42-E68A-E4B2-CC93-1F900A027A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4474B2-527B-BE3F-3A83-33DEC112408C}"/>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Revision Is Not Retreat</a:t>
            </a:r>
          </a:p>
        </p:txBody>
      </p:sp>
      <p:pic>
        <p:nvPicPr>
          <p:cNvPr id="5" name="Picture Placeholder 4" descr="Diagram comparing two versions of a financial tracking tool, highlighting improvements from first to final version. First version tracks pocket money with basic add and subtract functions, while final version tracks income and spending, shows current balance, includes clear menu, and always-visible balance for easier use.">
            <a:extLst>
              <a:ext uri="{FF2B5EF4-FFF2-40B4-BE49-F238E27FC236}">
                <a16:creationId xmlns:a16="http://schemas.microsoft.com/office/drawing/2014/main" id="{63FF919E-3793-3679-3A94-CAE59515D35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65638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3A5373-D816-AC79-F7E0-DBE91F1746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89E39B-4620-BE03-A5D1-46240C5E661A}"/>
              </a:ext>
            </a:extLst>
          </p:cNvPr>
          <p:cNvSpPr>
            <a:spLocks noGrp="1"/>
          </p:cNvSpPr>
          <p:nvPr>
            <p:ph type="title"/>
          </p:nvPr>
        </p:nvSpPr>
        <p:spPr>
          <a:xfrm>
            <a:off x="965199" y="609600"/>
            <a:ext cx="7648121" cy="1099457"/>
          </a:xfrm>
        </p:spPr>
        <p:txBody>
          <a:bodyPr>
            <a:normAutofit/>
          </a:bodyPr>
          <a:lstStyle/>
          <a:p>
            <a:r>
              <a:rPr lang="en-US" dirty="0"/>
              <a:t>Reality Contact Reveals Priorities</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3C49DC6-1838-DA26-39C8-9C4A8E0A07C4}"/>
              </a:ext>
            </a:extLst>
          </p:cNvPr>
          <p:cNvGraphicFramePr>
            <a:graphicFrameLocks noGrp="1"/>
          </p:cNvGraphicFramePr>
          <p:nvPr>
            <p:ph idx="1"/>
            <p:extLst>
              <p:ext uri="{D42A27DB-BD31-4B8C-83A1-F6EECF244321}">
                <p14:modId xmlns:p14="http://schemas.microsoft.com/office/powerpoint/2010/main" val="3240487444"/>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4130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EB164-CF6F-DEA8-1BE0-B7FE16F18B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976944-EA49-2ECB-F027-0A447EA428C6}"/>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Reality Contact </a:t>
            </a:r>
            <a:br>
              <a:rPr lang="en-US" sz="4200" dirty="0"/>
            </a:br>
            <a:r>
              <a:rPr lang="en-US" sz="4200" dirty="0"/>
              <a:t>Reveals Priorities</a:t>
            </a:r>
          </a:p>
        </p:txBody>
      </p:sp>
      <p:pic>
        <p:nvPicPr>
          <p:cNvPr id="5" name="Picture Placeholder 4" descr="Diagram illustrating a three-step process for improving a project plan, with sections labeled Original Plan, What the Run Revealed, and Better Final Focus. Each section uses distinct colors (blue, green, purple) and icons to highlight goals, observed behaviors, new insights, and adjustments, emphasizing iterative learning and refinement for accuracy and reliability.">
            <a:extLst>
              <a:ext uri="{FF2B5EF4-FFF2-40B4-BE49-F238E27FC236}">
                <a16:creationId xmlns:a16="http://schemas.microsoft.com/office/drawing/2014/main" id="{584FAAD6-0173-5D73-C9EC-8885AD0D5CB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44280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3955AA-7D12-EC7E-37B7-E432F53C616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522C1-DB9B-254D-C776-AC367D254EE9}"/>
              </a:ext>
            </a:extLst>
          </p:cNvPr>
          <p:cNvSpPr>
            <a:spLocks noGrp="1"/>
          </p:cNvSpPr>
          <p:nvPr>
            <p:ph type="title"/>
          </p:nvPr>
        </p:nvSpPr>
        <p:spPr>
          <a:xfrm>
            <a:off x="965199" y="609600"/>
            <a:ext cx="7648121" cy="1099457"/>
          </a:xfrm>
        </p:spPr>
        <p:txBody>
          <a:bodyPr>
            <a:normAutofit/>
          </a:bodyPr>
          <a:lstStyle/>
          <a:p>
            <a:pPr>
              <a:lnSpc>
                <a:spcPct val="90000"/>
              </a:lnSpc>
            </a:pPr>
            <a:r>
              <a:rPr lang="en-US" dirty="0"/>
              <a:t>Refactoring Should Improve Coherence</a:t>
            </a:r>
            <a:endParaRPr lang="en-US"/>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8F5E55EB-3499-10D6-3738-6B8AC1502A49}"/>
              </a:ext>
            </a:extLst>
          </p:cNvPr>
          <p:cNvGraphicFramePr>
            <a:graphicFrameLocks noGrp="1"/>
          </p:cNvGraphicFramePr>
          <p:nvPr>
            <p:ph idx="1"/>
            <p:extLst>
              <p:ext uri="{D42A27DB-BD31-4B8C-83A1-F6EECF244321}">
                <p14:modId xmlns:p14="http://schemas.microsoft.com/office/powerpoint/2010/main" val="548695189"/>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9929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4873-7B79-EB2F-7E03-8E3C05C984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A9AAFE-14C0-DD6F-E501-23543A1ECA68}"/>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Refactoring Should </a:t>
            </a:r>
            <a:br>
              <a:rPr lang="en-US" sz="4200" dirty="0"/>
            </a:br>
            <a:r>
              <a:rPr lang="en-US" sz="4200" dirty="0"/>
              <a:t>Improve Coherence</a:t>
            </a:r>
          </a:p>
        </p:txBody>
      </p:sp>
      <p:pic>
        <p:nvPicPr>
          <p:cNvPr id="5" name="Picture Placeholder 4" descr="Diagram illustrating benefits of refactoring code, divided into four color-coded sections: blue for easier to read, green for easier to run, purple for easier to test, and orange for easier to explain. Each section includes a brief explanation and icon, highlighting improvements like clearer names, smoother execution, reliable behavior, and better communication, emphasizing that small refactoring steps strengthen all areas.">
            <a:extLst>
              <a:ext uri="{FF2B5EF4-FFF2-40B4-BE49-F238E27FC236}">
                <a16:creationId xmlns:a16="http://schemas.microsoft.com/office/drawing/2014/main" id="{9A07C425-75F0-0F07-EDAC-1CB26BA081FE}"/>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288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30713E-F50C-AE14-85EF-A12FF52ED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81395-463F-D548-9A9E-7A4A12C8C54C}"/>
              </a:ext>
            </a:extLst>
          </p:cNvPr>
          <p:cNvSpPr>
            <a:spLocks noGrp="1"/>
          </p:cNvSpPr>
          <p:nvPr>
            <p:ph type="title"/>
          </p:nvPr>
        </p:nvSpPr>
        <p:spPr>
          <a:xfrm>
            <a:off x="508000" y="609600"/>
            <a:ext cx="6447501" cy="1320800"/>
          </a:xfrm>
        </p:spPr>
        <p:txBody>
          <a:bodyPr anchor="t">
            <a:normAutofit/>
          </a:bodyPr>
          <a:lstStyle/>
          <a:p>
            <a:r>
              <a:rPr lang="en-US" dirty="0"/>
              <a:t>Record One Meaningful Revision</a:t>
            </a:r>
          </a:p>
        </p:txBody>
      </p:sp>
      <p:pic>
        <p:nvPicPr>
          <p:cNvPr id="4" name="Picture Placeholder 4" descr="Diagram of a revision note template designed for tracking project updates, featuring three sections labeled &quot;What Changed,&quot; &quot;Why It Changed,&quot; and &quot;How It Improved the Project,&quot; each with corresponding icons and color-coded text. Includes blank lines for details, a date and version area, and a footer note emphasizing small changes, clear reasons, and stronger project outcomes.">
            <a:extLst>
              <a:ext uri="{FF2B5EF4-FFF2-40B4-BE49-F238E27FC236}">
                <a16:creationId xmlns:a16="http://schemas.microsoft.com/office/drawing/2014/main" id="{DA271769-3A94-865E-2940-F87947CC12FB}"/>
              </a:ext>
            </a:extLst>
          </p:cNvPr>
          <p:cNvPicPr>
            <a:picLocks noChangeAspect="1"/>
          </p:cNvPicPr>
          <p:nvPr/>
        </p:nvPicPr>
        <p:blipFill>
          <a:blip r:embed="rId3"/>
          <a:srcRect t="1786" b="1786"/>
          <a:stretch>
            <a:fillRect/>
          </a:stretch>
        </p:blipFill>
        <p:spPr>
          <a:xfrm>
            <a:off x="613105" y="2159331"/>
            <a:ext cx="3962467" cy="2550469"/>
          </a:xfrm>
          <a:prstGeom prst="rect">
            <a:avLst/>
          </a:prstGeom>
        </p:spPr>
      </p:pic>
      <p:sp>
        <p:nvSpPr>
          <p:cNvPr id="3" name="Content Placeholder 2">
            <a:extLst>
              <a:ext uri="{FF2B5EF4-FFF2-40B4-BE49-F238E27FC236}">
                <a16:creationId xmlns:a16="http://schemas.microsoft.com/office/drawing/2014/main" id="{459F3A24-39E4-4302-DB98-751C5A92C9FD}"/>
              </a:ext>
            </a:extLst>
          </p:cNvPr>
          <p:cNvSpPr>
            <a:spLocks noGrp="1"/>
          </p:cNvSpPr>
          <p:nvPr>
            <p:ph idx="1"/>
          </p:nvPr>
        </p:nvSpPr>
        <p:spPr>
          <a:xfrm>
            <a:off x="4812029" y="2160589"/>
            <a:ext cx="2195389" cy="3880773"/>
          </a:xfrm>
        </p:spPr>
        <p:txBody>
          <a:bodyPr>
            <a:normAutofit/>
          </a:bodyPr>
          <a:lstStyle/>
          <a:p>
            <a:pPr marL="0" indent="0">
              <a:buNone/>
            </a:pPr>
            <a:r>
              <a:rPr lang="en-US" sz="1300"/>
              <a:t>Before final submission, record one meaningful revision:</a:t>
            </a:r>
          </a:p>
          <a:p>
            <a:r>
              <a:rPr lang="en-US" sz="1300"/>
              <a:t>what changed</a:t>
            </a:r>
          </a:p>
          <a:p>
            <a:r>
              <a:rPr lang="en-US" sz="1300"/>
              <a:t>why it changed</a:t>
            </a:r>
          </a:p>
          <a:p>
            <a:r>
              <a:rPr lang="en-US" sz="1300"/>
              <a:t>how the project became stronger or more realistic</a:t>
            </a:r>
          </a:p>
        </p:txBody>
      </p:sp>
    </p:spTree>
    <p:extLst>
      <p:ext uri="{BB962C8B-B14F-4D97-AF65-F5344CB8AC3E}">
        <p14:creationId xmlns:p14="http://schemas.microsoft.com/office/powerpoint/2010/main" val="1688092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a:xfrm>
            <a:off x="4152550" y="609600"/>
            <a:ext cx="2802951" cy="1320800"/>
          </a:xfrm>
        </p:spPr>
        <p:txBody>
          <a:bodyPr>
            <a:normAutofit/>
          </a:bodyPr>
          <a:lstStyle/>
          <a:p>
            <a:r>
              <a:rPr lang="en-US" sz="3300"/>
              <a:t>Presentation Is Explanation</a:t>
            </a:r>
          </a:p>
        </p:txBody>
      </p:sp>
      <p:sp>
        <p:nvSpPr>
          <p:cNvPr id="5" name="Content Placeholder 4">
            <a:extLst>
              <a:ext uri="{FF2B5EF4-FFF2-40B4-BE49-F238E27FC236}">
                <a16:creationId xmlns:a16="http://schemas.microsoft.com/office/drawing/2014/main" id="{3601FA2D-2385-DABD-516E-8A2F33DC13D1}"/>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sz="1500"/>
              <a:t>Your final presentation should explain:</a:t>
            </a:r>
          </a:p>
          <a:p>
            <a:pPr>
              <a:lnSpc>
                <a:spcPct val="90000"/>
              </a:lnSpc>
            </a:pPr>
            <a:r>
              <a:rPr lang="en-US" sz="1500"/>
              <a:t>what you built</a:t>
            </a:r>
          </a:p>
          <a:p>
            <a:pPr>
              <a:lnSpc>
                <a:spcPct val="90000"/>
              </a:lnSpc>
            </a:pPr>
            <a:r>
              <a:rPr lang="en-US" sz="1500"/>
              <a:t>what problem or purpose it addresses</a:t>
            </a:r>
          </a:p>
          <a:p>
            <a:pPr>
              <a:lnSpc>
                <a:spcPct val="90000"/>
              </a:lnSpc>
            </a:pPr>
            <a:r>
              <a:rPr lang="en-US" sz="1500"/>
              <a:t>how you tested or validated it</a:t>
            </a:r>
          </a:p>
          <a:p>
            <a:pPr>
              <a:lnSpc>
                <a:spcPct val="90000"/>
              </a:lnSpc>
            </a:pPr>
            <a:r>
              <a:rPr lang="en-US" sz="1500"/>
              <a:t>what changed during the project</a:t>
            </a:r>
          </a:p>
          <a:p>
            <a:pPr>
              <a:lnSpc>
                <a:spcPct val="90000"/>
              </a:lnSpc>
            </a:pPr>
            <a:r>
              <a:rPr lang="en-US" sz="1500"/>
              <a:t>how AI was used, if applicable</a:t>
            </a:r>
          </a:p>
          <a:p>
            <a:pPr>
              <a:lnSpc>
                <a:spcPct val="90000"/>
              </a:lnSpc>
            </a:pPr>
            <a:r>
              <a:rPr lang="en-US" sz="1500"/>
              <a:t>how the main logic works (</a:t>
            </a:r>
            <a:r>
              <a:rPr lang="en-US" sz="1500" i="1"/>
              <a:t>only if asked</a:t>
            </a:r>
            <a:r>
              <a:rPr lang="en-US" sz="1500"/>
              <a:t>)</a:t>
            </a:r>
          </a:p>
        </p:txBody>
      </p:sp>
      <p:pic>
        <p:nvPicPr>
          <p:cNvPr id="7" name="Picture 6" descr="A person reaching for a paper on a table full of paper and sticky notes">
            <a:extLst>
              <a:ext uri="{FF2B5EF4-FFF2-40B4-BE49-F238E27FC236}">
                <a16:creationId xmlns:a16="http://schemas.microsoft.com/office/drawing/2014/main" id="{D76377DC-C61D-2622-9DC1-2CE14C5C8A5F}"/>
              </a:ext>
            </a:extLst>
          </p:cNvPr>
          <p:cNvPicPr>
            <a:picLocks noChangeAspect="1"/>
          </p:cNvPicPr>
          <p:nvPr/>
        </p:nvPicPr>
        <p:blipFill>
          <a:blip r:embed="rId3"/>
          <a:srcRect l="29812" r="3080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76312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8690-B649-14CC-25D7-1DB575063E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D5ACC8-8C30-DEF7-36B5-97A4E28AEBC6}"/>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Presentation Is Explanation</a:t>
            </a:r>
          </a:p>
        </p:txBody>
      </p:sp>
      <p:pic>
        <p:nvPicPr>
          <p:cNvPr id="5" name="Picture Placeholder 4" descr="A flowchart titled &quot;Presentation Sequence&quot; outlines six steps for organizing a presentation: Purpose, Main Behavior (Walkthrough), Validation, Revision, AI Use, and Code/Structure Only if Asked. Each step includes an icon, brief instructions, and key focus points, emphasizing clarity, evidence, improvement, honesty, and audience-driven detail requests.">
            <a:extLst>
              <a:ext uri="{FF2B5EF4-FFF2-40B4-BE49-F238E27FC236}">
                <a16:creationId xmlns:a16="http://schemas.microsoft.com/office/drawing/2014/main" id="{36F4FE4A-3D07-CCFE-AEB6-6D98731B98A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26861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FEC8-C36E-8138-AFF9-1BCB8E92E2B8}"/>
              </a:ext>
            </a:extLst>
          </p:cNvPr>
          <p:cNvSpPr>
            <a:spLocks noGrp="1"/>
          </p:cNvSpPr>
          <p:nvPr>
            <p:ph type="title"/>
          </p:nvPr>
        </p:nvSpPr>
        <p:spPr>
          <a:xfrm>
            <a:off x="4152550" y="609599"/>
            <a:ext cx="2802951" cy="1754777"/>
          </a:xfrm>
        </p:spPr>
        <p:txBody>
          <a:bodyPr vert="horz" lIns="91440" tIns="45720" rIns="91440" bIns="45720" rtlCol="0">
            <a:normAutofit fontScale="90000"/>
          </a:bodyPr>
          <a:lstStyle/>
          <a:p>
            <a:r>
              <a:rPr lang="en-US" dirty="0"/>
              <a:t>AI Use Must Be Accounted For</a:t>
            </a:r>
          </a:p>
        </p:txBody>
      </p:sp>
      <p:sp>
        <p:nvSpPr>
          <p:cNvPr id="4" name="Content Placeholder 3">
            <a:extLst>
              <a:ext uri="{FF2B5EF4-FFF2-40B4-BE49-F238E27FC236}">
                <a16:creationId xmlns:a16="http://schemas.microsoft.com/office/drawing/2014/main" id="{F95F7C5D-76E8-1B83-C806-C3C7939961B9}"/>
              </a:ext>
            </a:extLst>
          </p:cNvPr>
          <p:cNvSpPr>
            <a:spLocks noGrp="1"/>
          </p:cNvSpPr>
          <p:nvPr>
            <p:ph idx="1"/>
          </p:nvPr>
        </p:nvSpPr>
        <p:spPr>
          <a:xfrm>
            <a:off x="3907172" y="2468880"/>
            <a:ext cx="3048329" cy="3572482"/>
          </a:xfrm>
        </p:spPr>
        <p:txBody>
          <a:bodyPr>
            <a:normAutofit/>
          </a:bodyPr>
          <a:lstStyle/>
          <a:p>
            <a:pPr marL="0" indent="0">
              <a:buNone/>
            </a:pPr>
            <a:r>
              <a:rPr lang="en-US" dirty="0"/>
              <a:t>If AI helped, explain:</a:t>
            </a:r>
          </a:p>
          <a:p>
            <a:r>
              <a:rPr lang="en-US" dirty="0"/>
              <a:t>what AI contributed</a:t>
            </a:r>
          </a:p>
          <a:p>
            <a:r>
              <a:rPr lang="en-US" dirty="0"/>
              <a:t>what you accepted</a:t>
            </a:r>
          </a:p>
          <a:p>
            <a:r>
              <a:rPr lang="en-US" dirty="0"/>
              <a:t>what you changed or rejected</a:t>
            </a:r>
          </a:p>
          <a:p>
            <a:r>
              <a:rPr lang="en-US" dirty="0"/>
              <a:t>how you verified the result</a:t>
            </a:r>
          </a:p>
          <a:p>
            <a:r>
              <a:rPr lang="en-US" dirty="0"/>
              <a:t>what decisions remained yours</a:t>
            </a:r>
          </a:p>
        </p:txBody>
      </p:sp>
      <p:pic>
        <p:nvPicPr>
          <p:cNvPr id="5" name="Picture 4" descr="Photograph of a robotic hand with metallic joints interacting with a digital surface displaying lines of glowing code in blue and white. The image highlights themes of artificial intelligence, automation, and technology integration through the contrast of mechanical fingers and dynamic data visualization.">
            <a:extLst>
              <a:ext uri="{FF2B5EF4-FFF2-40B4-BE49-F238E27FC236}">
                <a16:creationId xmlns:a16="http://schemas.microsoft.com/office/drawing/2014/main" id="{638035A6-8F2B-CFAB-F2A0-C40F7D534C83}"/>
              </a:ext>
              <a:ext uri="{C183D7F6-B498-43B3-948B-1728B52AA6E4}">
                <adec:decorative xmlns:adec="http://schemas.microsoft.com/office/drawing/2017/decorative" val="0"/>
              </a:ext>
            </a:extLst>
          </p:cNvPr>
          <p:cNvPicPr>
            <a:picLocks noChangeAspect="1"/>
          </p:cNvPicPr>
          <p:nvPr/>
        </p:nvPicPr>
        <p:blipFill>
          <a:blip r:embed="rId3"/>
          <a:srcRect l="29618" r="25100"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91585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5FD8-E673-A493-5E75-6D0B8D5518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D93AA6-857A-85F3-66F8-21B1EFA85E13}"/>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AI Use Must Be </a:t>
            </a:r>
            <a:br>
              <a:rPr lang="en-US" sz="4200" dirty="0"/>
            </a:br>
            <a:r>
              <a:rPr lang="en-US" sz="4200" dirty="0"/>
              <a:t>Accounted For</a:t>
            </a:r>
          </a:p>
        </p:txBody>
      </p:sp>
      <p:pic>
        <p:nvPicPr>
          <p:cNvPr id="5" name="Picture Placeholder 4" descr="Flowchart illustrating a four-step decision-making process involving AI and human responsibility. Steps include AI contribution (blue), human acceptance or rejection of suggestions (green), verification of results (purple), and final decision-making accountability (orange), emphasizing human ownership throughout.">
            <a:extLst>
              <a:ext uri="{FF2B5EF4-FFF2-40B4-BE49-F238E27FC236}">
                <a16:creationId xmlns:a16="http://schemas.microsoft.com/office/drawing/2014/main" id="{DFBDB1BD-DCC1-2DDF-E62C-9D8CB4FBC14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00200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0C9F0D-D29B-69D1-1B22-6ECA0D543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E56D71-BF9B-2A0C-A76C-704F1FAC09FA}"/>
              </a:ext>
            </a:extLst>
          </p:cNvPr>
          <p:cNvSpPr>
            <a:spLocks noGrp="1"/>
          </p:cNvSpPr>
          <p:nvPr>
            <p:ph type="title"/>
          </p:nvPr>
        </p:nvSpPr>
        <p:spPr>
          <a:xfrm>
            <a:off x="2137171" y="609600"/>
            <a:ext cx="4818330" cy="1320800"/>
          </a:xfrm>
        </p:spPr>
        <p:txBody>
          <a:bodyPr>
            <a:normAutofit/>
          </a:bodyPr>
          <a:lstStyle/>
          <a:p>
            <a:r>
              <a:rPr lang="en-US" dirty="0"/>
              <a:t>Presentation Staging</a:t>
            </a:r>
          </a:p>
        </p:txBody>
      </p:sp>
      <p:sp>
        <p:nvSpPr>
          <p:cNvPr id="16" name="Isosceles Triangle 15">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descr="Photograph showing a group of people collaborating around a wooden table with a brainstorming mind map in the center, containing colorful sticky notes and hand-drawn icons related to planning and creativity. Various pens, a tablet, coffee cups, and a small plant are arranged around the table, highlighting an active and organized group discussion.">
            <a:extLst>
              <a:ext uri="{FF2B5EF4-FFF2-40B4-BE49-F238E27FC236}">
                <a16:creationId xmlns:a16="http://schemas.microsoft.com/office/drawing/2014/main" id="{16D9BFA5-4FC7-8E9A-ACD6-EE576A6F49A9}"/>
              </a:ext>
            </a:extLst>
          </p:cNvPr>
          <p:cNvPicPr>
            <a:picLocks noChangeAspect="1"/>
          </p:cNvPicPr>
          <p:nvPr/>
        </p:nvPicPr>
        <p:blipFill>
          <a:blip r:embed="rId3"/>
          <a:srcRect l="46108" r="37073"/>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8" name="Isosceles Triangle 17">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C2A4CA8E-031B-9CC5-37D3-63BA8C89F231}"/>
              </a:ext>
            </a:extLst>
          </p:cNvPr>
          <p:cNvSpPr>
            <a:spLocks noGrp="1"/>
          </p:cNvSpPr>
          <p:nvPr>
            <p:ph idx="1"/>
          </p:nvPr>
        </p:nvSpPr>
        <p:spPr>
          <a:xfrm>
            <a:off x="2137171" y="2160589"/>
            <a:ext cx="4818330" cy="3880773"/>
          </a:xfrm>
        </p:spPr>
        <p:txBody>
          <a:bodyPr>
            <a:normAutofit/>
          </a:bodyPr>
          <a:lstStyle/>
          <a:p>
            <a:r>
              <a:rPr lang="en-US" dirty="0"/>
              <a:t>Be ready to run the project</a:t>
            </a:r>
          </a:p>
          <a:p>
            <a:r>
              <a:rPr lang="en-US" dirty="0"/>
              <a:t>Explain the purpose first</a:t>
            </a:r>
          </a:p>
          <a:p>
            <a:r>
              <a:rPr lang="en-US" dirty="0"/>
              <a:t>Show meaningful behavior</a:t>
            </a:r>
          </a:p>
          <a:p>
            <a:r>
              <a:rPr lang="en-US" dirty="0"/>
              <a:t>Discuss validation</a:t>
            </a:r>
          </a:p>
          <a:p>
            <a:r>
              <a:rPr lang="en-US" dirty="0"/>
              <a:t>Answer questions about your choices</a:t>
            </a:r>
          </a:p>
        </p:txBody>
      </p:sp>
    </p:spTree>
    <p:extLst>
      <p:ext uri="{BB962C8B-B14F-4D97-AF65-F5344CB8AC3E}">
        <p14:creationId xmlns:p14="http://schemas.microsoft.com/office/powerpoint/2010/main" val="3440212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FCF46-5613-7C87-8978-F8F41C9143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17F26F-F8D1-21B6-8B59-31DF7FD64332}"/>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Presentation Staging</a:t>
            </a:r>
          </a:p>
        </p:txBody>
      </p:sp>
      <p:pic>
        <p:nvPicPr>
          <p:cNvPr id="5" name="Picture Placeholder 4" descr="An infographic outlining five steps to be presentation ready, including running the project, explaining purpose, showing behavior, discussing validation, and answering questions. Each step is color-coded with icons and brief descriptions, emphasizing clarity, evidence, and understanding for confidently demonstrating and discussing a project.">
            <a:extLst>
              <a:ext uri="{FF2B5EF4-FFF2-40B4-BE49-F238E27FC236}">
                <a16:creationId xmlns:a16="http://schemas.microsoft.com/office/drawing/2014/main" id="{F80817CC-489A-960B-5A4A-4E990A83A70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12809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FCE7FA-9E73-EF05-E34E-2E7CE1965C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8E2267-8A4C-991A-0258-5674AC7FC90C}"/>
              </a:ext>
            </a:extLst>
          </p:cNvPr>
          <p:cNvSpPr>
            <a:spLocks noGrp="1"/>
          </p:cNvSpPr>
          <p:nvPr>
            <p:ph type="title"/>
          </p:nvPr>
        </p:nvSpPr>
        <p:spPr>
          <a:xfrm>
            <a:off x="3747981" y="609600"/>
            <a:ext cx="3207519" cy="1320800"/>
          </a:xfrm>
        </p:spPr>
        <p:txBody>
          <a:bodyPr anchor="ctr">
            <a:normAutofit/>
          </a:bodyPr>
          <a:lstStyle/>
          <a:p>
            <a:r>
              <a:rPr lang="en-US" dirty="0"/>
              <a:t>Move Into Final Work</a:t>
            </a:r>
          </a:p>
        </p:txBody>
      </p:sp>
      <p:pic>
        <p:nvPicPr>
          <p:cNvPr id="9" name="Graphic 8" descr="Stopwatch">
            <a:extLst>
              <a:ext uri="{FF2B5EF4-FFF2-40B4-BE49-F238E27FC236}">
                <a16:creationId xmlns:a16="http://schemas.microsoft.com/office/drawing/2014/main" id="{AA1B9731-3863-8A9C-F3CD-19F8145A10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5" name="Content Placeholder 4">
            <a:extLst>
              <a:ext uri="{FF2B5EF4-FFF2-40B4-BE49-F238E27FC236}">
                <a16:creationId xmlns:a16="http://schemas.microsoft.com/office/drawing/2014/main" id="{24D0C14C-7268-FF99-81EE-A86D0A1F9F27}"/>
              </a:ext>
            </a:extLst>
          </p:cNvPr>
          <p:cNvSpPr>
            <a:spLocks noGrp="1"/>
          </p:cNvSpPr>
          <p:nvPr>
            <p:ph idx="1"/>
          </p:nvPr>
        </p:nvSpPr>
        <p:spPr>
          <a:xfrm>
            <a:off x="3739367" y="2160589"/>
            <a:ext cx="3213882" cy="3768573"/>
          </a:xfrm>
        </p:spPr>
        <p:txBody>
          <a:bodyPr>
            <a:normAutofit/>
          </a:bodyPr>
          <a:lstStyle/>
          <a:p>
            <a:pPr marL="0" indent="0">
              <a:buNone/>
            </a:pPr>
            <a:r>
              <a:rPr lang="en-US" dirty="0"/>
              <a:t>Use the remaining time for the highest-value final task:</a:t>
            </a:r>
          </a:p>
          <a:p>
            <a:r>
              <a:rPr lang="en-US" dirty="0"/>
              <a:t>finish the working core</a:t>
            </a:r>
          </a:p>
          <a:p>
            <a:r>
              <a:rPr lang="en-US" dirty="0"/>
              <a:t>validate important behavior</a:t>
            </a:r>
          </a:p>
          <a:p>
            <a:r>
              <a:rPr lang="en-US" dirty="0"/>
              <a:t>complete run instructions</a:t>
            </a:r>
          </a:p>
          <a:p>
            <a:r>
              <a:rPr lang="en-US" dirty="0"/>
              <a:t>prepare presentation explanation</a:t>
            </a:r>
          </a:p>
          <a:p>
            <a:r>
              <a:rPr lang="en-US" dirty="0"/>
              <a:t>present if scheduled</a:t>
            </a:r>
          </a:p>
        </p:txBody>
      </p:sp>
    </p:spTree>
    <p:extLst>
      <p:ext uri="{BB962C8B-B14F-4D97-AF65-F5344CB8AC3E}">
        <p14:creationId xmlns:p14="http://schemas.microsoft.com/office/powerpoint/2010/main" val="1967790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3A7B2-7F26-C46A-3A03-44A9E5745C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7E7A44-F23C-74CC-DCC7-C78830271AD0}"/>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Move Into Final Work</a:t>
            </a:r>
          </a:p>
        </p:txBody>
      </p:sp>
      <p:pic>
        <p:nvPicPr>
          <p:cNvPr id="5" name="Picture Placeholder 4" descr="Checklist graphic titled &quot;Final Priorities Checklist&quot; outlines five key tasks with numbered colored icons and brief descriptions: finishing working core, validating behavior, completing run instructions, preparing explanation, and presenting if scheduled. Each task includes a checkbox for tracking progress, with a motivational note at the bottom emphasizing small steps, clear evidence, and confident presentation.">
            <a:extLst>
              <a:ext uri="{FF2B5EF4-FFF2-40B4-BE49-F238E27FC236}">
                <a16:creationId xmlns:a16="http://schemas.microsoft.com/office/drawing/2014/main" id="{225B5A5F-7F55-8FB0-E046-7384D276628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20460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10613</TotalTime>
  <Words>760</Words>
  <Application>Microsoft Office PowerPoint</Application>
  <PresentationFormat>On-screen Show (4:3)</PresentationFormat>
  <Paragraphs>125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Trebuchet MS</vt:lpstr>
      <vt:lpstr>Wingdings 3</vt:lpstr>
      <vt:lpstr>Facet</vt:lpstr>
      <vt:lpstr>Python Programming Foundations</vt:lpstr>
      <vt:lpstr>Today May Not Need A Lecture</vt:lpstr>
      <vt:lpstr>Today May Not Need A Lecture</vt:lpstr>
      <vt:lpstr>Revision Is Not Retreat</vt:lpstr>
      <vt:lpstr>Revision Is Not Retreat</vt:lpstr>
      <vt:lpstr>Reality Contact Reveals Priorities</vt:lpstr>
      <vt:lpstr>Reality Contact  Reveals Priorities</vt:lpstr>
      <vt:lpstr>Refactoring Should Improve Coherence</vt:lpstr>
      <vt:lpstr>Refactoring Should  Improve Coherence</vt:lpstr>
      <vt:lpstr>Record One Meaningful Revision</vt:lpstr>
      <vt:lpstr>Presentation Is Explanation</vt:lpstr>
      <vt:lpstr>Presentation Is Explanation</vt:lpstr>
      <vt:lpstr>AI Use Must Be Accounted For</vt:lpstr>
      <vt:lpstr>AI Use Must Be  Accounted For</vt:lpstr>
      <vt:lpstr>Presentation Staging</vt:lpstr>
      <vt:lpstr>Presentation Staging</vt:lpstr>
      <vt:lpstr>Move Into Final Work</vt:lpstr>
      <vt:lpstr>Move Into Final Work</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128</cp:revision>
  <dcterms:created xsi:type="dcterms:W3CDTF">2013-01-27T09:14:16Z</dcterms:created>
  <dcterms:modified xsi:type="dcterms:W3CDTF">2026-06-21T14:36:31Z</dcterms:modified>
  <cp:category/>
</cp:coreProperties>
</file>