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8"/>
  </p:notesMasterIdLst>
  <p:handoutMasterIdLst>
    <p:handoutMasterId r:id="rId9"/>
  </p:handoutMasterIdLst>
  <p:sldIdLst>
    <p:sldId id="489" r:id="rId2"/>
    <p:sldId id="467" r:id="rId3"/>
    <p:sldId id="493" r:id="rId4"/>
    <p:sldId id="491" r:id="rId5"/>
    <p:sldId id="495" r:id="rId6"/>
    <p:sldId id="320" r:id="rId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68900" autoAdjust="0"/>
  </p:normalViewPr>
  <p:slideViewPr>
    <p:cSldViewPr snapToGrid="0" snapToObjects="1">
      <p:cViewPr varScale="1">
        <p:scale>
          <a:sx n="73" d="100"/>
          <a:sy n="73" d="100"/>
        </p:scale>
        <p:origin x="204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400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9AF9F-1092-690D-006F-EBCE2C96B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C0900-FCC2-2A2A-613C-A277F4B712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4943E5A-6629-4B53-8BAD-0FC37077EB1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D7F8D-A102-3CF3-78CD-2CA4C36115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3618-FB8B-BA92-AF2F-43138FFAD9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E905D54-93E9-4845-A874-0CB2F7E46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3382475-516A-409A-944E-F435F3DFCCF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916ACA2-47E6-42D2-BEC8-EDC49A1A9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2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510903"/>
            <a:fld id="{1916ACA2-47E6-42D2-BEC8-EDC49A1A9FA1}" type="slidenum">
              <a:rPr lang="en-US" sz="1500">
                <a:solidFill>
                  <a:prstClr val="black"/>
                </a:solidFill>
                <a:latin typeface="Aptos" panose="02110004020202020204"/>
              </a:rPr>
              <a:pPr defTabSz="510903"/>
              <a:t>1</a:t>
            </a:fld>
            <a:endParaRPr lang="en-US" sz="150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05234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Keep opening remarks brief. Move quickly into presentations.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Move immediately to the visible checklist so students know what each presentation should include.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0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590C-5F87-664E-0B2C-CEDD848A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38F85-E48E-05D2-EB37-7E7AC867B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C7CB3-A6A2-39B3-C634-E2457BC09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Use this as a visible checklist while students present.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Before the first presentation, remind students how to account for AI use if it helped.</a:t>
            </a:r>
          </a:p>
          <a:p>
            <a:br>
              <a:rPr lang="en-US" sz="1300" dirty="0"/>
            </a:br>
            <a:endParaRPr lang="en-US" sz="13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122BF-957D-28B4-5FC7-34FCA6952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69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This is a reminder, not a lecture.</a:t>
            </a:r>
          </a:p>
          <a:p>
            <a:endParaRPr lang="en-US" sz="1300" dirty="0"/>
          </a:p>
          <a:p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Close the opening reminders by setting the question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08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A8A2D-31C8-2300-E205-40F1DD1C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AA577-957B-5879-1E0A-4A26F374C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D83C0-D8ED-3148-FE3C-2B663BF48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300" b="1" dirty="0"/>
              <a:t>**Instructor Notes:**</a:t>
            </a:r>
            <a:endParaRPr lang="en-US" sz="1300" dirty="0"/>
          </a:p>
          <a:p>
            <a:r>
              <a:rPr lang="en-US" sz="1300" dirty="0"/>
              <a:t>Set a calm tone. Questions are not "gotchas"; they verify ownership.</a:t>
            </a:r>
          </a:p>
          <a:p>
            <a:br>
              <a:rPr lang="en-US" sz="1300" dirty="0"/>
            </a:br>
            <a:r>
              <a:rPr lang="en-US" sz="1300" b="1" dirty="0"/>
              <a:t>**Transition Cue:**</a:t>
            </a:r>
            <a:endParaRPr lang="en-US" sz="1300" dirty="0"/>
          </a:p>
          <a:p>
            <a:r>
              <a:rPr lang="en-US" sz="1300" dirty="0"/>
              <a:t>Begin presentations. Do not add additional lecture content.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2128-6A36-FA0A-40DB-0CDB23F33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4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16ACA2-47E6-42D2-BEC8-EDC49A1A9F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96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16E1E9-1B50-BC39-BE3A-AFDDF27CC4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EB143-89C9-076B-466C-73BE156FD5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015F4D-DE23-F2FC-1853-93512C13AB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594" y="300327"/>
            <a:ext cx="1196045" cy="52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6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E11E5-B722-B4E0-8233-E8E58F314B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1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DA43D-D69A-D7AE-81F9-ED5E4E7A18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A1305F-50C0-9117-EE66-5430C74994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1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4F403-DB38-13CA-CC40-CAE2A08832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4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B8750C-22DC-D652-EE9D-9D81650FC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240" y="185696"/>
            <a:ext cx="726014" cy="3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9628F-1787-26D4-A797-33B2104580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05115D-2B3B-A0F2-8B96-FF372AE76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79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9252F8-DFBE-EC79-0D43-E7702CC284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52413-6471-13E8-59E6-F7EEDC0F0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443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94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49300-3D10-A0CB-2DB5-98F274AC6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22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AFCF80-E27A-06C5-A850-78E5A5D2C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47017" y="185696"/>
            <a:ext cx="917237" cy="4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9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duperrin.com/english/2025/02/12/ai-europe-entrerprises-ambition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7F88-6791-2CCC-FDDE-DEB157237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5" y="1358537"/>
            <a:ext cx="5826719" cy="2692299"/>
          </a:xfrm>
        </p:spPr>
        <p:txBody>
          <a:bodyPr/>
          <a:lstStyle/>
          <a:p>
            <a:r>
              <a:rPr lang="en-US" dirty="0"/>
              <a:t>Python Programming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15B13-1D93-97F4-3DBC-B06CC6F12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8 – Capstone Build, Justification, &amp; Presentation</a:t>
            </a:r>
          </a:p>
          <a:p>
            <a:r>
              <a:rPr lang="en-US" i="1" dirty="0"/>
              <a:t>Day 2/3: “Presentations”</a:t>
            </a:r>
          </a:p>
        </p:txBody>
      </p:sp>
    </p:spTree>
    <p:extLst>
      <p:ext uri="{BB962C8B-B14F-4D97-AF65-F5344CB8AC3E}">
        <p14:creationId xmlns:p14="http://schemas.microsoft.com/office/powerpoint/2010/main" val="105862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34B9-4282-4F69-6D75-152BF89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Presentation Day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FBCD-3E25-CBB7-2E73-683DBF46A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5574470"/>
            <a:ext cx="6347714" cy="673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Each presentation should demonstrate the project, explain the main choices, show validation evidence, and account for AI use if applicable.</a:t>
            </a:r>
          </a:p>
        </p:txBody>
      </p:sp>
      <p:pic>
        <p:nvPicPr>
          <p:cNvPr id="4" name="Picture Placeholder 4" descr="Photograph of a person presenting a task tracker app interface on a large screen to an audience, showing task addition, completion status with a circular progress chart indicating 2 out of 3 tasks completed, and a checklist of tasks. A presentation checklist poster on the wall highlights four steps: demonstrate, explain, validate, and account for AI, providing a structured guide for the presentation.">
            <a:extLst>
              <a:ext uri="{FF2B5EF4-FFF2-40B4-BE49-F238E27FC236}">
                <a16:creationId xmlns:a16="http://schemas.microsoft.com/office/drawing/2014/main" id="{F89AABC6-D6AF-B5CC-0417-D560CA79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556512" y="1226457"/>
            <a:ext cx="6400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6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0B52-D75E-C6AC-A3C5-961CC3DD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324B13-F1C7-3ED1-93C7-7842172E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890" y="2638211"/>
            <a:ext cx="2265934" cy="10966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200" dirty="0"/>
              <a:t>What To Explain</a:t>
            </a:r>
          </a:p>
        </p:txBody>
      </p:sp>
      <p:pic>
        <p:nvPicPr>
          <p:cNvPr id="5" name="Picture Placeholder 4" descr="A checklist infographic outlines six steps for providing clear and complete explanations, each step paired with a unique colored icon and number. Steps include purpose, main behavior walkthrough, validation evidence, revision or decision, AI use if applicable, and code/structure only if asked, with a reminder to be clear, concise, and take ownership.">
            <a:extLst>
              <a:ext uri="{FF2B5EF4-FFF2-40B4-BE49-F238E27FC236}">
                <a16:creationId xmlns:a16="http://schemas.microsoft.com/office/drawing/2014/main" id="{0A78146D-FCD8-A824-06FA-A9E0F92907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80" b="498"/>
          <a:stretch>
            <a:fillRect/>
          </a:stretch>
        </p:blipFill>
        <p:spPr>
          <a:xfrm>
            <a:off x="555342" y="620485"/>
            <a:ext cx="3770335" cy="56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250FA-4627-D5C7-1BFF-4078E91E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ABCE-62B5-94F3-2909-A9B9D7AE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AI-Use Accountability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7114-169A-02FD-336F-EAF9DCB1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AI helped, explain:</a:t>
            </a:r>
          </a:p>
          <a:p>
            <a:r>
              <a:rPr lang="en-US" dirty="0"/>
              <a:t>what it contributed</a:t>
            </a:r>
          </a:p>
          <a:p>
            <a:r>
              <a:rPr lang="en-US" dirty="0"/>
              <a:t>what you changed or rejected</a:t>
            </a:r>
          </a:p>
          <a:p>
            <a:r>
              <a:rPr lang="en-US" dirty="0"/>
              <a:t>how you verified the result</a:t>
            </a:r>
          </a:p>
          <a:p>
            <a:r>
              <a:rPr lang="en-US" dirty="0"/>
              <a:t>what decisions remained yours</a:t>
            </a:r>
          </a:p>
        </p:txBody>
      </p:sp>
      <p:pic>
        <p:nvPicPr>
          <p:cNvPr id="5" name="Picture 4" descr="Photograph showing a human hand and a robotic hand reaching towards each other with a glowing &quot;AI&quot; symbol between them, representing interaction between humans and artificial intelligence. Blue digital icons and data elements surround the &quot;AI&quot; symbol, highlighting technology and communication themes.">
            <a:extLst>
              <a:ext uri="{FF2B5EF4-FFF2-40B4-BE49-F238E27FC236}">
                <a16:creationId xmlns:a16="http://schemas.microsoft.com/office/drawing/2014/main" id="{9A16F851-CEBC-DA70-F7E8-2EEB940F0C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9435" r="28557" b="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B7B74-9058-8A2D-582E-47EBF816DBE6}"/>
              </a:ext>
            </a:extLst>
          </p:cNvPr>
          <p:cNvSpPr txBox="1"/>
          <p:nvPr/>
        </p:nvSpPr>
        <p:spPr>
          <a:xfrm>
            <a:off x="6602920" y="6657945"/>
            <a:ext cx="25410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s://www.duperrin.com/english/2025/02/12/ai-europe-entrerprises-ambition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997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806C2-78B8-59F8-CD8C-AA0EA261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27B9D-0F04-458B-A718-F84902C7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AB6435-428E-44C8-A107-8435183F6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9658D-9AE1-44D3-B002-2BA204AB9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083C874-CFCD-47ED-9F98-DDB125C9C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05E9946-A240-42E3-B6CD-E6691BF4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15B1B45-25C3-4C58-8EB8-41BCFA02A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7983A9A-7A69-406F-AFEA-AD2AE87E1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FFCBC4EF-C03E-4EED-9E9A-3097DECC0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F56545EE-F94F-4B4C-AA43-9D674566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FE2A6B2-D45B-484C-BAFD-3F4508266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2132BF-207E-4FB2-B0FE-E6FD0A1D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7FE9DDB9-A243-019D-D070-8D68C8E3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473226"/>
            <a:ext cx="3166318" cy="18621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600" dirty="0"/>
              <a:t>Questions Are Part </a:t>
            </a:r>
            <a:br>
              <a:rPr lang="en-US" sz="3600" dirty="0"/>
            </a:br>
            <a:r>
              <a:rPr lang="en-US" sz="3600" dirty="0"/>
              <a:t>Of The Assessment</a:t>
            </a:r>
          </a:p>
        </p:txBody>
      </p:sp>
      <p:pic>
        <p:nvPicPr>
          <p:cNvPr id="5" name="Picture Placeholder 4" descr="Photograph of two people discussing a task tracker project displayed on a large screen, which outlines features like adding tasks, marking completion, viewing progress, and saving locally. Speech bubbles highlight project purpose and a question about task saving, while a caption emphasizes the importance of questions for learning and improving projects.">
            <a:extLst>
              <a:ext uri="{FF2B5EF4-FFF2-40B4-BE49-F238E27FC236}">
                <a16:creationId xmlns:a16="http://schemas.microsoft.com/office/drawing/2014/main" id="{7A81DF02-E4EE-C552-EBD3-6B478813F47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b="12392"/>
          <a:stretch>
            <a:fillRect/>
          </a:stretch>
        </p:blipFill>
        <p:spPr>
          <a:xfrm>
            <a:off x="739476" y="609600"/>
            <a:ext cx="6216024" cy="3635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F1D20-7269-FF6F-1EBC-56B1279739FE}"/>
              </a:ext>
            </a:extLst>
          </p:cNvPr>
          <p:cNvSpPr txBox="1"/>
          <p:nvPr/>
        </p:nvSpPr>
        <p:spPr>
          <a:xfrm>
            <a:off x="4013322" y="4647962"/>
            <a:ext cx="287040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Questions are used to verify understanding.</a:t>
            </a:r>
          </a:p>
          <a:p>
            <a:endParaRPr lang="en-US" sz="1400" dirty="0"/>
          </a:p>
          <a:p>
            <a:r>
              <a:rPr lang="en-US" sz="1400" dirty="0"/>
              <a:t>Be ready to explain what your project does, how it works, how you tested it, and why your choices make sense.</a:t>
            </a:r>
          </a:p>
        </p:txBody>
      </p:sp>
    </p:spTree>
    <p:extLst>
      <p:ext uri="{BB962C8B-B14F-4D97-AF65-F5344CB8AC3E}">
        <p14:creationId xmlns:p14="http://schemas.microsoft.com/office/powerpoint/2010/main" val="71816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291DAF8-8CBA-95A1-BEA8-AAD0C09C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572668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 dirty="0"/>
              <a:t>Thank you!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Have Fun!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1A93-6BD2-677B-DBB4-F66B1592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0752" y="4514446"/>
            <a:ext cx="3224749" cy="87104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80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C5C86B-28CE-4597-97B7-4C09E201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Graphic 8" descr="Thumbs Up Sign">
            <a:extLst>
              <a:ext uri="{FF2B5EF4-FFF2-40B4-BE49-F238E27FC236}">
                <a16:creationId xmlns:a16="http://schemas.microsoft.com/office/drawing/2014/main" id="{CD1A5982-49F4-6629-1884-3B7061C5B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82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Southwest Tech">
      <a:dk1>
        <a:srgbClr val="0B4F8A"/>
      </a:dk1>
      <a:lt1>
        <a:sysClr val="window" lastClr="FFFFFF"/>
      </a:lt1>
      <a:dk2>
        <a:srgbClr val="6F6F6F"/>
      </a:dk2>
      <a:lt2>
        <a:srgbClr val="F4F6F8"/>
      </a:lt2>
      <a:accent1>
        <a:srgbClr val="0B4F8A"/>
      </a:accent1>
      <a:accent2>
        <a:srgbClr val="2E73B8"/>
      </a:accent2>
      <a:accent3>
        <a:srgbClr val="F2B705"/>
      </a:accent3>
      <a:accent4>
        <a:srgbClr val="6F6F6F"/>
      </a:accent4>
      <a:accent5>
        <a:srgbClr val="2E73B8"/>
      </a:accent5>
      <a:accent6>
        <a:srgbClr val="F2B705"/>
      </a:accent6>
      <a:hlink>
        <a:srgbClr val="2E73B8"/>
      </a:hlink>
      <a:folHlink>
        <a:srgbClr val="0B4F8A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10603</TotalTime>
  <Words>267</Words>
  <Application>Microsoft Office PowerPoint</Application>
  <PresentationFormat>On-screen Show (4:3)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 3</vt:lpstr>
      <vt:lpstr>Facet</vt:lpstr>
      <vt:lpstr>Python Programming Foundations</vt:lpstr>
      <vt:lpstr>Final Presentation Day</vt:lpstr>
      <vt:lpstr>What To Explain</vt:lpstr>
      <vt:lpstr>AI-Use Accountability</vt:lpstr>
      <vt:lpstr>Questions Are Part  Of The Assessment</vt:lpstr>
      <vt:lpstr>Thank you!  Have Fun!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Cash Myers</dc:creator>
  <cp:keywords/>
  <dc:description>generated using python-pptx</dc:description>
  <cp:lastModifiedBy>Cash Myers</cp:lastModifiedBy>
  <cp:revision>126</cp:revision>
  <cp:lastPrinted>2026-06-21T14:51:37Z</cp:lastPrinted>
  <dcterms:created xsi:type="dcterms:W3CDTF">2013-01-27T09:14:16Z</dcterms:created>
  <dcterms:modified xsi:type="dcterms:W3CDTF">2026-06-21T14:51:54Z</dcterms:modified>
  <cp:category/>
</cp:coreProperties>
</file>