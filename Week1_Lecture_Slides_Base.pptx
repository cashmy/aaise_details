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18"/>
  </p:notesMasterIdLst>
  <p:sldIdLst>
    <p:sldId id="256" r:id="rId2"/>
    <p:sldId id="257" r:id="rId3"/>
    <p:sldId id="262" r:id="rId4"/>
    <p:sldId id="263" r:id="rId5"/>
    <p:sldId id="260" r:id="rId6"/>
    <p:sldId id="268" r:id="rId7"/>
    <p:sldId id="259" r:id="rId8"/>
    <p:sldId id="261" r:id="rId9"/>
    <p:sldId id="265" r:id="rId10"/>
    <p:sldId id="264" r:id="rId11"/>
    <p:sldId id="266" r:id="rId12"/>
    <p:sldId id="269" r:id="rId13"/>
    <p:sldId id="270" r:id="rId14"/>
    <p:sldId id="271" r:id="rId15"/>
    <p:sldId id="272" r:id="rId16"/>
    <p:sldId id="273"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900" autoAdjust="0"/>
  </p:normalViewPr>
  <p:slideViewPr>
    <p:cSldViewPr snapToGrid="0" snapToObjects="1">
      <p:cViewPr varScale="1">
        <p:scale>
          <a:sx n="73" d="100"/>
          <a:sy n="73" d="100"/>
        </p:scale>
        <p:origin x="2694" y="54"/>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71" d="100"/>
          <a:sy n="71" d="100"/>
        </p:scale>
        <p:origin x="3114"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5" Type="http://schemas.openxmlformats.org/officeDocument/2006/relationships/image" Target="../media/image14.sv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5" Type="http://schemas.openxmlformats.org/officeDocument/2006/relationships/image" Target="../media/image20.sv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5" Type="http://schemas.openxmlformats.org/officeDocument/2006/relationships/image" Target="../media/image14.sv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5" Type="http://schemas.openxmlformats.org/officeDocument/2006/relationships/image" Target="../media/image20.sv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400200-04AC-4310-98B5-4003F4448A5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B564234-8764-421D-8DC1-E95BEAD56312}">
      <dgm:prSet/>
      <dgm:spPr/>
      <dgm:t>
        <a:bodyPr/>
        <a:lstStyle/>
        <a:p>
          <a:pPr>
            <a:lnSpc>
              <a:spcPct val="100000"/>
            </a:lnSpc>
          </a:pPr>
          <a:r>
            <a:rPr lang="en-US"/>
            <a:t>- Algorithms are not just code.</a:t>
          </a:r>
        </a:p>
      </dgm:t>
    </dgm:pt>
    <dgm:pt modelId="{C3FEAAEE-9923-4CB5-90B3-8E871F897ACA}" type="parTrans" cxnId="{80CB65F8-865F-4692-87CC-F75D38673595}">
      <dgm:prSet/>
      <dgm:spPr/>
      <dgm:t>
        <a:bodyPr/>
        <a:lstStyle/>
        <a:p>
          <a:endParaRPr lang="en-US"/>
        </a:p>
      </dgm:t>
    </dgm:pt>
    <dgm:pt modelId="{1F0699A2-5CD3-4860-92E4-E34D8185746C}" type="sibTrans" cxnId="{80CB65F8-865F-4692-87CC-F75D38673595}">
      <dgm:prSet/>
      <dgm:spPr/>
      <dgm:t>
        <a:bodyPr/>
        <a:lstStyle/>
        <a:p>
          <a:endParaRPr lang="en-US"/>
        </a:p>
      </dgm:t>
    </dgm:pt>
    <dgm:pt modelId="{2EEC344D-0B2F-4B4B-B832-36033085023E}">
      <dgm:prSet/>
      <dgm:spPr/>
      <dgm:t>
        <a:bodyPr/>
        <a:lstStyle/>
        <a:p>
          <a:pPr>
            <a:lnSpc>
              <a:spcPct val="100000"/>
            </a:lnSpc>
          </a:pPr>
          <a:r>
            <a:rPr lang="en-US"/>
            <a:t>- Algorithms are structured ways to solve problems.</a:t>
          </a:r>
        </a:p>
      </dgm:t>
    </dgm:pt>
    <dgm:pt modelId="{7B9B00A4-6B58-4A8D-BC7F-C8FFE3A0A460}" type="parTrans" cxnId="{84DABBB1-447B-4A4D-B5FB-D00CEC0C91D8}">
      <dgm:prSet/>
      <dgm:spPr/>
      <dgm:t>
        <a:bodyPr/>
        <a:lstStyle/>
        <a:p>
          <a:endParaRPr lang="en-US"/>
        </a:p>
      </dgm:t>
    </dgm:pt>
    <dgm:pt modelId="{2F01B255-61D4-4F10-99E3-31332A340D1D}" type="sibTrans" cxnId="{84DABBB1-447B-4A4D-B5FB-D00CEC0C91D8}">
      <dgm:prSet/>
      <dgm:spPr/>
      <dgm:t>
        <a:bodyPr/>
        <a:lstStyle/>
        <a:p>
          <a:endParaRPr lang="en-US"/>
        </a:p>
      </dgm:t>
    </dgm:pt>
    <dgm:pt modelId="{B7891767-1F6B-46B1-9B54-D66CD6D875B5}">
      <dgm:prSet/>
      <dgm:spPr/>
      <dgm:t>
        <a:bodyPr/>
        <a:lstStyle/>
        <a:p>
          <a:pPr>
            <a:lnSpc>
              <a:spcPct val="100000"/>
            </a:lnSpc>
          </a:pPr>
          <a:r>
            <a:rPr lang="en-US"/>
            <a:t>- This course focuses on designing, testing, explaining, and improving them.</a:t>
          </a:r>
        </a:p>
      </dgm:t>
    </dgm:pt>
    <dgm:pt modelId="{53E54CEE-4EFB-4AA9-86DA-CC29D0D17C65}" type="parTrans" cxnId="{2AD38294-45BB-43E2-AC03-63F0FC509FD2}">
      <dgm:prSet/>
      <dgm:spPr/>
      <dgm:t>
        <a:bodyPr/>
        <a:lstStyle/>
        <a:p>
          <a:endParaRPr lang="en-US"/>
        </a:p>
      </dgm:t>
    </dgm:pt>
    <dgm:pt modelId="{24D3C08D-9D90-41C2-AD99-6A6E599B7426}" type="sibTrans" cxnId="{2AD38294-45BB-43E2-AC03-63F0FC509FD2}">
      <dgm:prSet/>
      <dgm:spPr/>
      <dgm:t>
        <a:bodyPr/>
        <a:lstStyle/>
        <a:p>
          <a:endParaRPr lang="en-US"/>
        </a:p>
      </dgm:t>
    </dgm:pt>
    <dgm:pt modelId="{11E4B740-5730-4F2E-9C49-DAC40C8BC9B8}" type="pres">
      <dgm:prSet presAssocID="{F9400200-04AC-4310-98B5-4003F4448A5B}" presName="root" presStyleCnt="0">
        <dgm:presLayoutVars>
          <dgm:dir/>
          <dgm:resizeHandles val="exact"/>
        </dgm:presLayoutVars>
      </dgm:prSet>
      <dgm:spPr/>
    </dgm:pt>
    <dgm:pt modelId="{58DC231E-BDBE-446F-BEA5-5949DF215053}" type="pres">
      <dgm:prSet presAssocID="{5B564234-8764-421D-8DC1-E95BEAD56312}" presName="compNode" presStyleCnt="0"/>
      <dgm:spPr/>
    </dgm:pt>
    <dgm:pt modelId="{2163ACF8-E648-4882-A9E9-685D27385AC3}" type="pres">
      <dgm:prSet presAssocID="{5B564234-8764-421D-8DC1-E95BEAD56312}" presName="bgRect" presStyleLbl="bgShp" presStyleIdx="0" presStyleCnt="3"/>
      <dgm:spPr/>
    </dgm:pt>
    <dgm:pt modelId="{1D76AEFE-DBF7-492B-860F-B58907624725}" type="pres">
      <dgm:prSet presAssocID="{5B564234-8764-421D-8DC1-E95BEAD56312}"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rogrammer"/>
        </a:ext>
      </dgm:extLst>
    </dgm:pt>
    <dgm:pt modelId="{B3701E8E-D14C-4377-8E4A-D845F5403871}" type="pres">
      <dgm:prSet presAssocID="{5B564234-8764-421D-8DC1-E95BEAD56312}" presName="spaceRect" presStyleCnt="0"/>
      <dgm:spPr/>
    </dgm:pt>
    <dgm:pt modelId="{900D393F-0940-4675-9CE1-DD42EB0DF52E}" type="pres">
      <dgm:prSet presAssocID="{5B564234-8764-421D-8DC1-E95BEAD56312}" presName="parTx" presStyleLbl="revTx" presStyleIdx="0" presStyleCnt="3">
        <dgm:presLayoutVars>
          <dgm:chMax val="0"/>
          <dgm:chPref val="0"/>
        </dgm:presLayoutVars>
      </dgm:prSet>
      <dgm:spPr/>
    </dgm:pt>
    <dgm:pt modelId="{A24E4947-58AD-429E-94E0-27844F7E0F37}" type="pres">
      <dgm:prSet presAssocID="{1F0699A2-5CD3-4860-92E4-E34D8185746C}" presName="sibTrans" presStyleCnt="0"/>
      <dgm:spPr/>
    </dgm:pt>
    <dgm:pt modelId="{5F76CDDC-56DB-411E-A36D-9521D6FEF581}" type="pres">
      <dgm:prSet presAssocID="{2EEC344D-0B2F-4B4B-B832-36033085023E}" presName="compNode" presStyleCnt="0"/>
      <dgm:spPr/>
    </dgm:pt>
    <dgm:pt modelId="{F888A481-A9F4-4E2A-90B5-0FE6CB47A011}" type="pres">
      <dgm:prSet presAssocID="{2EEC344D-0B2F-4B4B-B832-36033085023E}" presName="bgRect" presStyleLbl="bgShp" presStyleIdx="1" presStyleCnt="3"/>
      <dgm:spPr/>
    </dgm:pt>
    <dgm:pt modelId="{5D6D0AB4-579E-4A24-BF03-976CD5C290B5}" type="pres">
      <dgm:prSet presAssocID="{2EEC344D-0B2F-4B4B-B832-36033085023E}"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erarchy"/>
        </a:ext>
      </dgm:extLst>
    </dgm:pt>
    <dgm:pt modelId="{DB50C1F7-E712-4793-9FFF-1327D55586C2}" type="pres">
      <dgm:prSet presAssocID="{2EEC344D-0B2F-4B4B-B832-36033085023E}" presName="spaceRect" presStyleCnt="0"/>
      <dgm:spPr/>
    </dgm:pt>
    <dgm:pt modelId="{64C0A87F-37EF-4336-93D7-1951FA72FC70}" type="pres">
      <dgm:prSet presAssocID="{2EEC344D-0B2F-4B4B-B832-36033085023E}" presName="parTx" presStyleLbl="revTx" presStyleIdx="1" presStyleCnt="3">
        <dgm:presLayoutVars>
          <dgm:chMax val="0"/>
          <dgm:chPref val="0"/>
        </dgm:presLayoutVars>
      </dgm:prSet>
      <dgm:spPr/>
    </dgm:pt>
    <dgm:pt modelId="{A304D50D-A6C1-43E6-8C6B-98A8E08606CC}" type="pres">
      <dgm:prSet presAssocID="{2F01B255-61D4-4F10-99E3-31332A340D1D}" presName="sibTrans" presStyleCnt="0"/>
      <dgm:spPr/>
    </dgm:pt>
    <dgm:pt modelId="{F5DEEE5E-745B-4849-B8ED-DB771291B262}" type="pres">
      <dgm:prSet presAssocID="{B7891767-1F6B-46B1-9B54-D66CD6D875B5}" presName="compNode" presStyleCnt="0"/>
      <dgm:spPr/>
    </dgm:pt>
    <dgm:pt modelId="{0824948D-910F-40F9-9CCD-95CE6C293F8E}" type="pres">
      <dgm:prSet presAssocID="{B7891767-1F6B-46B1-9B54-D66CD6D875B5}" presName="bgRect" presStyleLbl="bgShp" presStyleIdx="2" presStyleCnt="3"/>
      <dgm:spPr/>
    </dgm:pt>
    <dgm:pt modelId="{007AA651-3B6C-406A-BB93-FD4E4CBF1877}" type="pres">
      <dgm:prSet presAssocID="{B7891767-1F6B-46B1-9B54-D66CD6D875B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lassroom"/>
        </a:ext>
      </dgm:extLst>
    </dgm:pt>
    <dgm:pt modelId="{5F21AB93-4559-4507-BA32-3E7D47FB656F}" type="pres">
      <dgm:prSet presAssocID="{B7891767-1F6B-46B1-9B54-D66CD6D875B5}" presName="spaceRect" presStyleCnt="0"/>
      <dgm:spPr/>
    </dgm:pt>
    <dgm:pt modelId="{E692F953-880A-40AE-95F2-1EFB58161CEF}" type="pres">
      <dgm:prSet presAssocID="{B7891767-1F6B-46B1-9B54-D66CD6D875B5}" presName="parTx" presStyleLbl="revTx" presStyleIdx="2" presStyleCnt="3">
        <dgm:presLayoutVars>
          <dgm:chMax val="0"/>
          <dgm:chPref val="0"/>
        </dgm:presLayoutVars>
      </dgm:prSet>
      <dgm:spPr/>
    </dgm:pt>
  </dgm:ptLst>
  <dgm:cxnLst>
    <dgm:cxn modelId="{52B4B81E-76B2-46F6-9424-9280EAA580FF}" type="presOf" srcId="{5B564234-8764-421D-8DC1-E95BEAD56312}" destId="{900D393F-0940-4675-9CE1-DD42EB0DF52E}" srcOrd="0" destOrd="0" presId="urn:microsoft.com/office/officeart/2018/2/layout/IconVerticalSolidList"/>
    <dgm:cxn modelId="{F22F7C81-85C3-4F49-9BDE-D351D00948FE}" type="presOf" srcId="{2EEC344D-0B2F-4B4B-B832-36033085023E}" destId="{64C0A87F-37EF-4336-93D7-1951FA72FC70}" srcOrd="0" destOrd="0" presId="urn:microsoft.com/office/officeart/2018/2/layout/IconVerticalSolidList"/>
    <dgm:cxn modelId="{2AD38294-45BB-43E2-AC03-63F0FC509FD2}" srcId="{F9400200-04AC-4310-98B5-4003F4448A5B}" destId="{B7891767-1F6B-46B1-9B54-D66CD6D875B5}" srcOrd="2" destOrd="0" parTransId="{53E54CEE-4EFB-4AA9-86DA-CC29D0D17C65}" sibTransId="{24D3C08D-9D90-41C2-AD99-6A6E599B7426}"/>
    <dgm:cxn modelId="{84DABBB1-447B-4A4D-B5FB-D00CEC0C91D8}" srcId="{F9400200-04AC-4310-98B5-4003F4448A5B}" destId="{2EEC344D-0B2F-4B4B-B832-36033085023E}" srcOrd="1" destOrd="0" parTransId="{7B9B00A4-6B58-4A8D-BC7F-C8FFE3A0A460}" sibTransId="{2F01B255-61D4-4F10-99E3-31332A340D1D}"/>
    <dgm:cxn modelId="{12115AC5-512E-4EE2-A31F-6CAC32F4E4AB}" type="presOf" srcId="{B7891767-1F6B-46B1-9B54-D66CD6D875B5}" destId="{E692F953-880A-40AE-95F2-1EFB58161CEF}" srcOrd="0" destOrd="0" presId="urn:microsoft.com/office/officeart/2018/2/layout/IconVerticalSolidList"/>
    <dgm:cxn modelId="{80CB65F8-865F-4692-87CC-F75D38673595}" srcId="{F9400200-04AC-4310-98B5-4003F4448A5B}" destId="{5B564234-8764-421D-8DC1-E95BEAD56312}" srcOrd="0" destOrd="0" parTransId="{C3FEAAEE-9923-4CB5-90B3-8E871F897ACA}" sibTransId="{1F0699A2-5CD3-4860-92E4-E34D8185746C}"/>
    <dgm:cxn modelId="{4F46A9FB-8EE5-496C-B640-2DD7E81EDEEB}" type="presOf" srcId="{F9400200-04AC-4310-98B5-4003F4448A5B}" destId="{11E4B740-5730-4F2E-9C49-DAC40C8BC9B8}" srcOrd="0" destOrd="0" presId="urn:microsoft.com/office/officeart/2018/2/layout/IconVerticalSolidList"/>
    <dgm:cxn modelId="{9649DB40-3537-48AA-B6C1-A7E66F7E7692}" type="presParOf" srcId="{11E4B740-5730-4F2E-9C49-DAC40C8BC9B8}" destId="{58DC231E-BDBE-446F-BEA5-5949DF215053}" srcOrd="0" destOrd="0" presId="urn:microsoft.com/office/officeart/2018/2/layout/IconVerticalSolidList"/>
    <dgm:cxn modelId="{EFEE4292-43B2-46DF-9262-C4FE7BBA33C3}" type="presParOf" srcId="{58DC231E-BDBE-446F-BEA5-5949DF215053}" destId="{2163ACF8-E648-4882-A9E9-685D27385AC3}" srcOrd="0" destOrd="0" presId="urn:microsoft.com/office/officeart/2018/2/layout/IconVerticalSolidList"/>
    <dgm:cxn modelId="{BBD2DCC1-B2DF-490A-A149-537B6B768CE3}" type="presParOf" srcId="{58DC231E-BDBE-446F-BEA5-5949DF215053}" destId="{1D76AEFE-DBF7-492B-860F-B58907624725}" srcOrd="1" destOrd="0" presId="urn:microsoft.com/office/officeart/2018/2/layout/IconVerticalSolidList"/>
    <dgm:cxn modelId="{1A27F17A-CEE1-40C6-986B-C66C1B567654}" type="presParOf" srcId="{58DC231E-BDBE-446F-BEA5-5949DF215053}" destId="{B3701E8E-D14C-4377-8E4A-D845F5403871}" srcOrd="2" destOrd="0" presId="urn:microsoft.com/office/officeart/2018/2/layout/IconVerticalSolidList"/>
    <dgm:cxn modelId="{82C42FD9-C5E7-427C-AB74-152AAAB37EDF}" type="presParOf" srcId="{58DC231E-BDBE-446F-BEA5-5949DF215053}" destId="{900D393F-0940-4675-9CE1-DD42EB0DF52E}" srcOrd="3" destOrd="0" presId="urn:microsoft.com/office/officeart/2018/2/layout/IconVerticalSolidList"/>
    <dgm:cxn modelId="{3EB00545-AE4A-4640-923E-6F90EF0C30FF}" type="presParOf" srcId="{11E4B740-5730-4F2E-9C49-DAC40C8BC9B8}" destId="{A24E4947-58AD-429E-94E0-27844F7E0F37}" srcOrd="1" destOrd="0" presId="urn:microsoft.com/office/officeart/2018/2/layout/IconVerticalSolidList"/>
    <dgm:cxn modelId="{EDCCAF4E-C8C7-4E96-B93D-E9896E61ACA4}" type="presParOf" srcId="{11E4B740-5730-4F2E-9C49-DAC40C8BC9B8}" destId="{5F76CDDC-56DB-411E-A36D-9521D6FEF581}" srcOrd="2" destOrd="0" presId="urn:microsoft.com/office/officeart/2018/2/layout/IconVerticalSolidList"/>
    <dgm:cxn modelId="{3E86A936-5967-41A7-85E8-808E6CD6A1C0}" type="presParOf" srcId="{5F76CDDC-56DB-411E-A36D-9521D6FEF581}" destId="{F888A481-A9F4-4E2A-90B5-0FE6CB47A011}" srcOrd="0" destOrd="0" presId="urn:microsoft.com/office/officeart/2018/2/layout/IconVerticalSolidList"/>
    <dgm:cxn modelId="{423B8667-2723-4A6A-B43D-FD82A857AA02}" type="presParOf" srcId="{5F76CDDC-56DB-411E-A36D-9521D6FEF581}" destId="{5D6D0AB4-579E-4A24-BF03-976CD5C290B5}" srcOrd="1" destOrd="0" presId="urn:microsoft.com/office/officeart/2018/2/layout/IconVerticalSolidList"/>
    <dgm:cxn modelId="{33068620-7A9F-454B-A8B9-309462CB7966}" type="presParOf" srcId="{5F76CDDC-56DB-411E-A36D-9521D6FEF581}" destId="{DB50C1F7-E712-4793-9FFF-1327D55586C2}" srcOrd="2" destOrd="0" presId="urn:microsoft.com/office/officeart/2018/2/layout/IconVerticalSolidList"/>
    <dgm:cxn modelId="{F5851AE5-761D-4A85-9964-2712961B2653}" type="presParOf" srcId="{5F76CDDC-56DB-411E-A36D-9521D6FEF581}" destId="{64C0A87F-37EF-4336-93D7-1951FA72FC70}" srcOrd="3" destOrd="0" presId="urn:microsoft.com/office/officeart/2018/2/layout/IconVerticalSolidList"/>
    <dgm:cxn modelId="{DFA769FC-C31C-4A8E-BF46-777172E91E4F}" type="presParOf" srcId="{11E4B740-5730-4F2E-9C49-DAC40C8BC9B8}" destId="{A304D50D-A6C1-43E6-8C6B-98A8E08606CC}" srcOrd="3" destOrd="0" presId="urn:microsoft.com/office/officeart/2018/2/layout/IconVerticalSolidList"/>
    <dgm:cxn modelId="{EE9F4D27-C2F1-4706-BC35-EC9B6D369E86}" type="presParOf" srcId="{11E4B740-5730-4F2E-9C49-DAC40C8BC9B8}" destId="{F5DEEE5E-745B-4849-B8ED-DB771291B262}" srcOrd="4" destOrd="0" presId="urn:microsoft.com/office/officeart/2018/2/layout/IconVerticalSolidList"/>
    <dgm:cxn modelId="{3F28591D-7DB6-4C9C-AFAE-D0354C085645}" type="presParOf" srcId="{F5DEEE5E-745B-4849-B8ED-DB771291B262}" destId="{0824948D-910F-40F9-9CCD-95CE6C293F8E}" srcOrd="0" destOrd="0" presId="urn:microsoft.com/office/officeart/2018/2/layout/IconVerticalSolidList"/>
    <dgm:cxn modelId="{676BF420-04F9-46F9-802E-65E1DD0730C9}" type="presParOf" srcId="{F5DEEE5E-745B-4849-B8ED-DB771291B262}" destId="{007AA651-3B6C-406A-BB93-FD4E4CBF1877}" srcOrd="1" destOrd="0" presId="urn:microsoft.com/office/officeart/2018/2/layout/IconVerticalSolidList"/>
    <dgm:cxn modelId="{7D7474FE-8233-4BB5-A6FD-DE189EC5081D}" type="presParOf" srcId="{F5DEEE5E-745B-4849-B8ED-DB771291B262}" destId="{5F21AB93-4559-4507-BA32-3E7D47FB656F}" srcOrd="2" destOrd="0" presId="urn:microsoft.com/office/officeart/2018/2/layout/IconVerticalSolidList"/>
    <dgm:cxn modelId="{166CA4E3-4043-4AB0-88FB-84F1CDB7E5A7}" type="presParOf" srcId="{F5DEEE5E-745B-4849-B8ED-DB771291B262}" destId="{E692F953-880A-40AE-95F2-1EFB58161CE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AE2A025-EE66-4DCF-8BB5-9DDE16A0485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7243604-2D3A-4D5E-819E-190299888792}">
      <dgm:prSet/>
      <dgm:spPr/>
      <dgm:t>
        <a:bodyPr/>
        <a:lstStyle/>
        <a:p>
          <a:r>
            <a:rPr lang="en-US"/>
            <a:t>- Lecture concept</a:t>
          </a:r>
        </a:p>
      </dgm:t>
    </dgm:pt>
    <dgm:pt modelId="{E28F9B4B-807B-4CAC-909C-59FCD3FE81AB}" type="parTrans" cxnId="{1C1E9354-CB22-4BF1-B08F-6E4E11164A75}">
      <dgm:prSet/>
      <dgm:spPr/>
      <dgm:t>
        <a:bodyPr/>
        <a:lstStyle/>
        <a:p>
          <a:endParaRPr lang="en-US"/>
        </a:p>
      </dgm:t>
    </dgm:pt>
    <dgm:pt modelId="{69E5FDAD-B197-43D5-8BB0-F5664B88B098}" type="sibTrans" cxnId="{1C1E9354-CB22-4BF1-B08F-6E4E11164A75}">
      <dgm:prSet/>
      <dgm:spPr/>
      <dgm:t>
        <a:bodyPr/>
        <a:lstStyle/>
        <a:p>
          <a:endParaRPr lang="en-US"/>
        </a:p>
      </dgm:t>
    </dgm:pt>
    <dgm:pt modelId="{0ECC83A5-B465-415F-AFD7-966777FE8DCE}">
      <dgm:prSet/>
      <dgm:spPr/>
      <dgm:t>
        <a:bodyPr/>
        <a:lstStyle/>
        <a:p>
          <a:r>
            <a:rPr lang="en-US"/>
            <a:t>- Instructor demo</a:t>
          </a:r>
        </a:p>
      </dgm:t>
    </dgm:pt>
    <dgm:pt modelId="{5737605F-EB03-4870-9759-49DF831A2290}" type="parTrans" cxnId="{11CFE462-4524-4185-AB1E-A07C7289B9DB}">
      <dgm:prSet/>
      <dgm:spPr/>
      <dgm:t>
        <a:bodyPr/>
        <a:lstStyle/>
        <a:p>
          <a:endParaRPr lang="en-US"/>
        </a:p>
      </dgm:t>
    </dgm:pt>
    <dgm:pt modelId="{89964B4E-59FC-4A25-A6A0-231DC13BF0AD}" type="sibTrans" cxnId="{11CFE462-4524-4185-AB1E-A07C7289B9DB}">
      <dgm:prSet/>
      <dgm:spPr/>
      <dgm:t>
        <a:bodyPr/>
        <a:lstStyle/>
        <a:p>
          <a:endParaRPr lang="en-US"/>
        </a:p>
      </dgm:t>
    </dgm:pt>
    <dgm:pt modelId="{73D082D7-513A-4B4B-B312-DB9B5B2B4E5D}">
      <dgm:prSet/>
      <dgm:spPr/>
      <dgm:t>
        <a:bodyPr/>
        <a:lstStyle/>
        <a:p>
          <a:r>
            <a:rPr lang="en-US"/>
            <a:t>- Related but different lab</a:t>
          </a:r>
        </a:p>
      </dgm:t>
    </dgm:pt>
    <dgm:pt modelId="{A6902C95-A231-483C-A5D5-9539CF0F0875}" type="parTrans" cxnId="{81034E45-D187-4E01-8D71-4AF5978CFAF1}">
      <dgm:prSet/>
      <dgm:spPr/>
      <dgm:t>
        <a:bodyPr/>
        <a:lstStyle/>
        <a:p>
          <a:endParaRPr lang="en-US"/>
        </a:p>
      </dgm:t>
    </dgm:pt>
    <dgm:pt modelId="{F159B32D-D7CE-439E-A4D0-81A864074F34}" type="sibTrans" cxnId="{81034E45-D187-4E01-8D71-4AF5978CFAF1}">
      <dgm:prSet/>
      <dgm:spPr/>
      <dgm:t>
        <a:bodyPr/>
        <a:lstStyle/>
        <a:p>
          <a:endParaRPr lang="en-US"/>
        </a:p>
      </dgm:t>
    </dgm:pt>
    <dgm:pt modelId="{F68B4B68-EE30-40ED-930F-F115057246C6}">
      <dgm:prSet/>
      <dgm:spPr/>
      <dgm:t>
        <a:bodyPr/>
        <a:lstStyle/>
        <a:p>
          <a:r>
            <a:rPr lang="en-US"/>
            <a:t>- Evidence and explanation</a:t>
          </a:r>
        </a:p>
      </dgm:t>
    </dgm:pt>
    <dgm:pt modelId="{7A1E3692-7BD4-48CD-A622-2D2C61BBAF8F}" type="parTrans" cxnId="{7A0C2E70-ECBB-4AA4-9F53-7D83A2D0748A}">
      <dgm:prSet/>
      <dgm:spPr/>
      <dgm:t>
        <a:bodyPr/>
        <a:lstStyle/>
        <a:p>
          <a:endParaRPr lang="en-US"/>
        </a:p>
      </dgm:t>
    </dgm:pt>
    <dgm:pt modelId="{D91D861F-84E2-4814-8997-4F3616CD98C0}" type="sibTrans" cxnId="{7A0C2E70-ECBB-4AA4-9F53-7D83A2D0748A}">
      <dgm:prSet/>
      <dgm:spPr/>
      <dgm:t>
        <a:bodyPr/>
        <a:lstStyle/>
        <a:p>
          <a:endParaRPr lang="en-US"/>
        </a:p>
      </dgm:t>
    </dgm:pt>
    <dgm:pt modelId="{A7352DA0-E790-4835-B93F-9C1652C5947E}">
      <dgm:prSet/>
      <dgm:spPr/>
      <dgm:t>
        <a:bodyPr/>
        <a:lstStyle/>
        <a:p>
          <a:r>
            <a:rPr lang="en-US"/>
            <a:t>- Responsible AI use</a:t>
          </a:r>
        </a:p>
      </dgm:t>
    </dgm:pt>
    <dgm:pt modelId="{B6F930CF-0D64-45D7-A1D4-44791DD23F8C}" type="parTrans" cxnId="{8EB39D1C-ED56-4D73-AC19-4C852C07F2CF}">
      <dgm:prSet/>
      <dgm:spPr/>
      <dgm:t>
        <a:bodyPr/>
        <a:lstStyle/>
        <a:p>
          <a:endParaRPr lang="en-US"/>
        </a:p>
      </dgm:t>
    </dgm:pt>
    <dgm:pt modelId="{D4B1759A-284A-4925-8E04-8D8DC125C512}" type="sibTrans" cxnId="{8EB39D1C-ED56-4D73-AC19-4C852C07F2CF}">
      <dgm:prSet/>
      <dgm:spPr/>
      <dgm:t>
        <a:bodyPr/>
        <a:lstStyle/>
        <a:p>
          <a:endParaRPr lang="en-US"/>
        </a:p>
      </dgm:t>
    </dgm:pt>
    <dgm:pt modelId="{B1D961A3-5E21-42CC-B51B-24A2B4922BED}" type="pres">
      <dgm:prSet presAssocID="{9AE2A025-EE66-4DCF-8BB5-9DDE16A04853}" presName="root" presStyleCnt="0">
        <dgm:presLayoutVars>
          <dgm:dir/>
          <dgm:resizeHandles val="exact"/>
        </dgm:presLayoutVars>
      </dgm:prSet>
      <dgm:spPr/>
    </dgm:pt>
    <dgm:pt modelId="{293591A0-94F9-4491-A154-0236A9A32AA4}" type="pres">
      <dgm:prSet presAssocID="{17243604-2D3A-4D5E-819E-190299888792}" presName="compNode" presStyleCnt="0"/>
      <dgm:spPr/>
    </dgm:pt>
    <dgm:pt modelId="{0692A04B-01CD-4EE7-B7C2-529315524663}" type="pres">
      <dgm:prSet presAssocID="{17243604-2D3A-4D5E-819E-190299888792}" presName="bgRect" presStyleLbl="bgShp" presStyleIdx="0" presStyleCnt="5"/>
      <dgm:spPr/>
    </dgm:pt>
    <dgm:pt modelId="{4AA6080A-E576-47A5-8441-2F8A8060715E}" type="pres">
      <dgm:prSet presAssocID="{17243604-2D3A-4D5E-819E-190299888792}"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eacher"/>
        </a:ext>
      </dgm:extLst>
    </dgm:pt>
    <dgm:pt modelId="{D09F402C-E958-4151-A021-97EBF5DD0602}" type="pres">
      <dgm:prSet presAssocID="{17243604-2D3A-4D5E-819E-190299888792}" presName="spaceRect" presStyleCnt="0"/>
      <dgm:spPr/>
    </dgm:pt>
    <dgm:pt modelId="{E4B7F7AD-EED9-4642-BA93-6FD4FD2CC00B}" type="pres">
      <dgm:prSet presAssocID="{17243604-2D3A-4D5E-819E-190299888792}" presName="parTx" presStyleLbl="revTx" presStyleIdx="0" presStyleCnt="5">
        <dgm:presLayoutVars>
          <dgm:chMax val="0"/>
          <dgm:chPref val="0"/>
        </dgm:presLayoutVars>
      </dgm:prSet>
      <dgm:spPr/>
    </dgm:pt>
    <dgm:pt modelId="{D15C612A-DC35-443F-9CED-8CBF28E7C765}" type="pres">
      <dgm:prSet presAssocID="{69E5FDAD-B197-43D5-8BB0-F5664B88B098}" presName="sibTrans" presStyleCnt="0"/>
      <dgm:spPr/>
    </dgm:pt>
    <dgm:pt modelId="{A7701289-07F0-4AFD-812A-4D033C7F5DE4}" type="pres">
      <dgm:prSet presAssocID="{0ECC83A5-B465-415F-AFD7-966777FE8DCE}" presName="compNode" presStyleCnt="0"/>
      <dgm:spPr/>
    </dgm:pt>
    <dgm:pt modelId="{E76A484C-056A-4EE8-BBB2-217FD7FAA68A}" type="pres">
      <dgm:prSet presAssocID="{0ECC83A5-B465-415F-AFD7-966777FE8DCE}" presName="bgRect" presStyleLbl="bgShp" presStyleIdx="1" presStyleCnt="5"/>
      <dgm:spPr/>
    </dgm:pt>
    <dgm:pt modelId="{428D218F-9475-471A-BAB4-9DDBCCA05392}" type="pres">
      <dgm:prSet presAssocID="{0ECC83A5-B465-415F-AFD7-966777FE8DCE}"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ecturer"/>
        </a:ext>
      </dgm:extLst>
    </dgm:pt>
    <dgm:pt modelId="{A8ADB644-231C-4830-8F8D-904DDADE446F}" type="pres">
      <dgm:prSet presAssocID="{0ECC83A5-B465-415F-AFD7-966777FE8DCE}" presName="spaceRect" presStyleCnt="0"/>
      <dgm:spPr/>
    </dgm:pt>
    <dgm:pt modelId="{85976128-6DE7-42DB-8722-282C9DBE9385}" type="pres">
      <dgm:prSet presAssocID="{0ECC83A5-B465-415F-AFD7-966777FE8DCE}" presName="parTx" presStyleLbl="revTx" presStyleIdx="1" presStyleCnt="5">
        <dgm:presLayoutVars>
          <dgm:chMax val="0"/>
          <dgm:chPref val="0"/>
        </dgm:presLayoutVars>
      </dgm:prSet>
      <dgm:spPr/>
    </dgm:pt>
    <dgm:pt modelId="{A2B19B7A-AFCF-46FE-AC7F-832C754317D2}" type="pres">
      <dgm:prSet presAssocID="{89964B4E-59FC-4A25-A6A0-231DC13BF0AD}" presName="sibTrans" presStyleCnt="0"/>
      <dgm:spPr/>
    </dgm:pt>
    <dgm:pt modelId="{66E6B810-F740-4865-82A0-FFF902093B42}" type="pres">
      <dgm:prSet presAssocID="{73D082D7-513A-4B4B-B312-DB9B5B2B4E5D}" presName="compNode" presStyleCnt="0"/>
      <dgm:spPr/>
    </dgm:pt>
    <dgm:pt modelId="{15FEF489-7AFD-430D-89D9-90CE2CF21E27}" type="pres">
      <dgm:prSet presAssocID="{73D082D7-513A-4B4B-B312-DB9B5B2B4E5D}" presName="bgRect" presStyleLbl="bgShp" presStyleIdx="2" presStyleCnt="5"/>
      <dgm:spPr/>
    </dgm:pt>
    <dgm:pt modelId="{6C1D61A3-6CE2-4E74-A143-3441AC106AA1}" type="pres">
      <dgm:prSet presAssocID="{73D082D7-513A-4B4B-B312-DB9B5B2B4E5D}"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lask"/>
        </a:ext>
      </dgm:extLst>
    </dgm:pt>
    <dgm:pt modelId="{5B95F6A6-490B-4AFF-9150-E10265747B44}" type="pres">
      <dgm:prSet presAssocID="{73D082D7-513A-4B4B-B312-DB9B5B2B4E5D}" presName="spaceRect" presStyleCnt="0"/>
      <dgm:spPr/>
    </dgm:pt>
    <dgm:pt modelId="{7888E337-73CC-4F3D-9288-494D690D1BD1}" type="pres">
      <dgm:prSet presAssocID="{73D082D7-513A-4B4B-B312-DB9B5B2B4E5D}" presName="parTx" presStyleLbl="revTx" presStyleIdx="2" presStyleCnt="5">
        <dgm:presLayoutVars>
          <dgm:chMax val="0"/>
          <dgm:chPref val="0"/>
        </dgm:presLayoutVars>
      </dgm:prSet>
      <dgm:spPr/>
    </dgm:pt>
    <dgm:pt modelId="{3CF373F7-41F4-4CF4-A51F-B6E4A0CAB0F3}" type="pres">
      <dgm:prSet presAssocID="{F159B32D-D7CE-439E-A4D0-81A864074F34}" presName="sibTrans" presStyleCnt="0"/>
      <dgm:spPr/>
    </dgm:pt>
    <dgm:pt modelId="{8D13A0BC-CA50-4F36-AD45-19DF0E15F634}" type="pres">
      <dgm:prSet presAssocID="{F68B4B68-EE30-40ED-930F-F115057246C6}" presName="compNode" presStyleCnt="0"/>
      <dgm:spPr/>
    </dgm:pt>
    <dgm:pt modelId="{08C7D293-B9E3-431A-B185-3E1CC7295F87}" type="pres">
      <dgm:prSet presAssocID="{F68B4B68-EE30-40ED-930F-F115057246C6}" presName="bgRect" presStyleLbl="bgShp" presStyleIdx="3" presStyleCnt="5"/>
      <dgm:spPr/>
    </dgm:pt>
    <dgm:pt modelId="{342F5B4E-910D-4914-A5A5-65A07386FC73}" type="pres">
      <dgm:prSet presAssocID="{F68B4B68-EE30-40ED-930F-F115057246C6}"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 mark"/>
        </a:ext>
      </dgm:extLst>
    </dgm:pt>
    <dgm:pt modelId="{9A17D45C-1257-4E20-9ED6-D8F27D8B170A}" type="pres">
      <dgm:prSet presAssocID="{F68B4B68-EE30-40ED-930F-F115057246C6}" presName="spaceRect" presStyleCnt="0"/>
      <dgm:spPr/>
    </dgm:pt>
    <dgm:pt modelId="{9BCF2CA2-18F8-421A-8C8B-5888088E82DC}" type="pres">
      <dgm:prSet presAssocID="{F68B4B68-EE30-40ED-930F-F115057246C6}" presName="parTx" presStyleLbl="revTx" presStyleIdx="3" presStyleCnt="5">
        <dgm:presLayoutVars>
          <dgm:chMax val="0"/>
          <dgm:chPref val="0"/>
        </dgm:presLayoutVars>
      </dgm:prSet>
      <dgm:spPr/>
    </dgm:pt>
    <dgm:pt modelId="{1DFD8D10-D708-4859-9234-0AE9D149D5C8}" type="pres">
      <dgm:prSet presAssocID="{D91D861F-84E2-4814-8997-4F3616CD98C0}" presName="sibTrans" presStyleCnt="0"/>
      <dgm:spPr/>
    </dgm:pt>
    <dgm:pt modelId="{B55168BA-155B-42DA-A029-5B2DAC159C95}" type="pres">
      <dgm:prSet presAssocID="{A7352DA0-E790-4835-B93F-9C1652C5947E}" presName="compNode" presStyleCnt="0"/>
      <dgm:spPr/>
    </dgm:pt>
    <dgm:pt modelId="{0A6A7949-A9CF-4C3B-B97C-1672767966AC}" type="pres">
      <dgm:prSet presAssocID="{A7352DA0-E790-4835-B93F-9C1652C5947E}" presName="bgRect" presStyleLbl="bgShp" presStyleIdx="4" presStyleCnt="5"/>
      <dgm:spPr/>
    </dgm:pt>
    <dgm:pt modelId="{FD07BAD9-3031-4F57-9E6B-073B5281BADB}" type="pres">
      <dgm:prSet presAssocID="{A7352DA0-E790-4835-B93F-9C1652C5947E}"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Head with Gears"/>
        </a:ext>
      </dgm:extLst>
    </dgm:pt>
    <dgm:pt modelId="{A5F94A3F-133D-475D-AAC3-1C036E588CB6}" type="pres">
      <dgm:prSet presAssocID="{A7352DA0-E790-4835-B93F-9C1652C5947E}" presName="spaceRect" presStyleCnt="0"/>
      <dgm:spPr/>
    </dgm:pt>
    <dgm:pt modelId="{AC19B829-1FB0-4D29-A757-F63208127C52}" type="pres">
      <dgm:prSet presAssocID="{A7352DA0-E790-4835-B93F-9C1652C5947E}" presName="parTx" presStyleLbl="revTx" presStyleIdx="4" presStyleCnt="5">
        <dgm:presLayoutVars>
          <dgm:chMax val="0"/>
          <dgm:chPref val="0"/>
        </dgm:presLayoutVars>
      </dgm:prSet>
      <dgm:spPr/>
    </dgm:pt>
  </dgm:ptLst>
  <dgm:cxnLst>
    <dgm:cxn modelId="{8EB39D1C-ED56-4D73-AC19-4C852C07F2CF}" srcId="{9AE2A025-EE66-4DCF-8BB5-9DDE16A04853}" destId="{A7352DA0-E790-4835-B93F-9C1652C5947E}" srcOrd="4" destOrd="0" parTransId="{B6F930CF-0D64-45D7-A1D4-44791DD23F8C}" sibTransId="{D4B1759A-284A-4925-8E04-8D8DC125C512}"/>
    <dgm:cxn modelId="{C985AA2B-2174-470B-9EF3-E2ACE5130154}" type="presOf" srcId="{A7352DA0-E790-4835-B93F-9C1652C5947E}" destId="{AC19B829-1FB0-4D29-A757-F63208127C52}" srcOrd="0" destOrd="0" presId="urn:microsoft.com/office/officeart/2018/2/layout/IconVerticalSolidList"/>
    <dgm:cxn modelId="{11CFE462-4524-4185-AB1E-A07C7289B9DB}" srcId="{9AE2A025-EE66-4DCF-8BB5-9DDE16A04853}" destId="{0ECC83A5-B465-415F-AFD7-966777FE8DCE}" srcOrd="1" destOrd="0" parTransId="{5737605F-EB03-4870-9759-49DF831A2290}" sibTransId="{89964B4E-59FC-4A25-A6A0-231DC13BF0AD}"/>
    <dgm:cxn modelId="{106E0345-0DBD-4581-8FEF-D41B2AF69C48}" type="presOf" srcId="{17243604-2D3A-4D5E-819E-190299888792}" destId="{E4B7F7AD-EED9-4642-BA93-6FD4FD2CC00B}" srcOrd="0" destOrd="0" presId="urn:microsoft.com/office/officeart/2018/2/layout/IconVerticalSolidList"/>
    <dgm:cxn modelId="{81034E45-D187-4E01-8D71-4AF5978CFAF1}" srcId="{9AE2A025-EE66-4DCF-8BB5-9DDE16A04853}" destId="{73D082D7-513A-4B4B-B312-DB9B5B2B4E5D}" srcOrd="2" destOrd="0" parTransId="{A6902C95-A231-483C-A5D5-9539CF0F0875}" sibTransId="{F159B32D-D7CE-439E-A4D0-81A864074F34}"/>
    <dgm:cxn modelId="{7A0C2E70-ECBB-4AA4-9F53-7D83A2D0748A}" srcId="{9AE2A025-EE66-4DCF-8BB5-9DDE16A04853}" destId="{F68B4B68-EE30-40ED-930F-F115057246C6}" srcOrd="3" destOrd="0" parTransId="{7A1E3692-7BD4-48CD-A622-2D2C61BBAF8F}" sibTransId="{D91D861F-84E2-4814-8997-4F3616CD98C0}"/>
    <dgm:cxn modelId="{1C1E9354-CB22-4BF1-B08F-6E4E11164A75}" srcId="{9AE2A025-EE66-4DCF-8BB5-9DDE16A04853}" destId="{17243604-2D3A-4D5E-819E-190299888792}" srcOrd="0" destOrd="0" parTransId="{E28F9B4B-807B-4CAC-909C-59FCD3FE81AB}" sibTransId="{69E5FDAD-B197-43D5-8BB0-F5664B88B098}"/>
    <dgm:cxn modelId="{65230F99-9970-4675-A025-D2576010B40B}" type="presOf" srcId="{73D082D7-513A-4B4B-B312-DB9B5B2B4E5D}" destId="{7888E337-73CC-4F3D-9288-494D690D1BD1}" srcOrd="0" destOrd="0" presId="urn:microsoft.com/office/officeart/2018/2/layout/IconVerticalSolidList"/>
    <dgm:cxn modelId="{5E81BFE3-EB50-4829-B2D2-019052FFF806}" type="presOf" srcId="{F68B4B68-EE30-40ED-930F-F115057246C6}" destId="{9BCF2CA2-18F8-421A-8C8B-5888088E82DC}" srcOrd="0" destOrd="0" presId="urn:microsoft.com/office/officeart/2018/2/layout/IconVerticalSolidList"/>
    <dgm:cxn modelId="{0C73A7E7-06DC-4C2C-9D45-86855526AC47}" type="presOf" srcId="{9AE2A025-EE66-4DCF-8BB5-9DDE16A04853}" destId="{B1D961A3-5E21-42CC-B51B-24A2B4922BED}" srcOrd="0" destOrd="0" presId="urn:microsoft.com/office/officeart/2018/2/layout/IconVerticalSolidList"/>
    <dgm:cxn modelId="{FF46D8EE-638E-4928-80F6-B271C1C62EB9}" type="presOf" srcId="{0ECC83A5-B465-415F-AFD7-966777FE8DCE}" destId="{85976128-6DE7-42DB-8722-282C9DBE9385}" srcOrd="0" destOrd="0" presId="urn:microsoft.com/office/officeart/2018/2/layout/IconVerticalSolidList"/>
    <dgm:cxn modelId="{8638578E-FC76-402F-B32E-6283964FE031}" type="presParOf" srcId="{B1D961A3-5E21-42CC-B51B-24A2B4922BED}" destId="{293591A0-94F9-4491-A154-0236A9A32AA4}" srcOrd="0" destOrd="0" presId="urn:microsoft.com/office/officeart/2018/2/layout/IconVerticalSolidList"/>
    <dgm:cxn modelId="{537127CE-1633-46D9-A0BA-7DD92D2FE0EC}" type="presParOf" srcId="{293591A0-94F9-4491-A154-0236A9A32AA4}" destId="{0692A04B-01CD-4EE7-B7C2-529315524663}" srcOrd="0" destOrd="0" presId="urn:microsoft.com/office/officeart/2018/2/layout/IconVerticalSolidList"/>
    <dgm:cxn modelId="{C4D4D0EE-05EB-4943-9951-20F462BA509F}" type="presParOf" srcId="{293591A0-94F9-4491-A154-0236A9A32AA4}" destId="{4AA6080A-E576-47A5-8441-2F8A8060715E}" srcOrd="1" destOrd="0" presId="urn:microsoft.com/office/officeart/2018/2/layout/IconVerticalSolidList"/>
    <dgm:cxn modelId="{D5079B1D-9EC6-41E2-8F11-2A1C4E7BAC77}" type="presParOf" srcId="{293591A0-94F9-4491-A154-0236A9A32AA4}" destId="{D09F402C-E958-4151-A021-97EBF5DD0602}" srcOrd="2" destOrd="0" presId="urn:microsoft.com/office/officeart/2018/2/layout/IconVerticalSolidList"/>
    <dgm:cxn modelId="{0F07E2EB-E140-474F-8A20-77F7F5B65D71}" type="presParOf" srcId="{293591A0-94F9-4491-A154-0236A9A32AA4}" destId="{E4B7F7AD-EED9-4642-BA93-6FD4FD2CC00B}" srcOrd="3" destOrd="0" presId="urn:microsoft.com/office/officeart/2018/2/layout/IconVerticalSolidList"/>
    <dgm:cxn modelId="{3CC993A4-C4CF-4D68-AEB6-CDD203A2B78A}" type="presParOf" srcId="{B1D961A3-5E21-42CC-B51B-24A2B4922BED}" destId="{D15C612A-DC35-443F-9CED-8CBF28E7C765}" srcOrd="1" destOrd="0" presId="urn:microsoft.com/office/officeart/2018/2/layout/IconVerticalSolidList"/>
    <dgm:cxn modelId="{BAF0D21F-F3EC-4860-9FF3-F926E853D0BD}" type="presParOf" srcId="{B1D961A3-5E21-42CC-B51B-24A2B4922BED}" destId="{A7701289-07F0-4AFD-812A-4D033C7F5DE4}" srcOrd="2" destOrd="0" presId="urn:microsoft.com/office/officeart/2018/2/layout/IconVerticalSolidList"/>
    <dgm:cxn modelId="{5E42E928-DCE0-415A-852D-CCEBBBC0A5F8}" type="presParOf" srcId="{A7701289-07F0-4AFD-812A-4D033C7F5DE4}" destId="{E76A484C-056A-4EE8-BBB2-217FD7FAA68A}" srcOrd="0" destOrd="0" presId="urn:microsoft.com/office/officeart/2018/2/layout/IconVerticalSolidList"/>
    <dgm:cxn modelId="{8A74762F-152F-458D-9CCD-FB5A2CBFF71D}" type="presParOf" srcId="{A7701289-07F0-4AFD-812A-4D033C7F5DE4}" destId="{428D218F-9475-471A-BAB4-9DDBCCA05392}" srcOrd="1" destOrd="0" presId="urn:microsoft.com/office/officeart/2018/2/layout/IconVerticalSolidList"/>
    <dgm:cxn modelId="{500ACBB8-EB03-4022-82AC-3EB278382091}" type="presParOf" srcId="{A7701289-07F0-4AFD-812A-4D033C7F5DE4}" destId="{A8ADB644-231C-4830-8F8D-904DDADE446F}" srcOrd="2" destOrd="0" presId="urn:microsoft.com/office/officeart/2018/2/layout/IconVerticalSolidList"/>
    <dgm:cxn modelId="{1AD6CDE9-54D7-4857-A2D0-16BB56D4A264}" type="presParOf" srcId="{A7701289-07F0-4AFD-812A-4D033C7F5DE4}" destId="{85976128-6DE7-42DB-8722-282C9DBE9385}" srcOrd="3" destOrd="0" presId="urn:microsoft.com/office/officeart/2018/2/layout/IconVerticalSolidList"/>
    <dgm:cxn modelId="{55A37E6E-3907-4EC9-A2E1-7F492560EC0F}" type="presParOf" srcId="{B1D961A3-5E21-42CC-B51B-24A2B4922BED}" destId="{A2B19B7A-AFCF-46FE-AC7F-832C754317D2}" srcOrd="3" destOrd="0" presId="urn:microsoft.com/office/officeart/2018/2/layout/IconVerticalSolidList"/>
    <dgm:cxn modelId="{37700C62-A6C6-4C9B-A885-A376EF16F7F5}" type="presParOf" srcId="{B1D961A3-5E21-42CC-B51B-24A2B4922BED}" destId="{66E6B810-F740-4865-82A0-FFF902093B42}" srcOrd="4" destOrd="0" presId="urn:microsoft.com/office/officeart/2018/2/layout/IconVerticalSolidList"/>
    <dgm:cxn modelId="{E22B0BE2-201E-4CE9-B5AB-7C677E3407F6}" type="presParOf" srcId="{66E6B810-F740-4865-82A0-FFF902093B42}" destId="{15FEF489-7AFD-430D-89D9-90CE2CF21E27}" srcOrd="0" destOrd="0" presId="urn:microsoft.com/office/officeart/2018/2/layout/IconVerticalSolidList"/>
    <dgm:cxn modelId="{432EFE32-DDC6-488F-A870-45BCF1363B1D}" type="presParOf" srcId="{66E6B810-F740-4865-82A0-FFF902093B42}" destId="{6C1D61A3-6CE2-4E74-A143-3441AC106AA1}" srcOrd="1" destOrd="0" presId="urn:microsoft.com/office/officeart/2018/2/layout/IconVerticalSolidList"/>
    <dgm:cxn modelId="{E1175387-DB5F-4E82-83AA-CD662033F988}" type="presParOf" srcId="{66E6B810-F740-4865-82A0-FFF902093B42}" destId="{5B95F6A6-490B-4AFF-9150-E10265747B44}" srcOrd="2" destOrd="0" presId="urn:microsoft.com/office/officeart/2018/2/layout/IconVerticalSolidList"/>
    <dgm:cxn modelId="{9BE5C61E-F762-4C30-8C13-69DF3DC8D44B}" type="presParOf" srcId="{66E6B810-F740-4865-82A0-FFF902093B42}" destId="{7888E337-73CC-4F3D-9288-494D690D1BD1}" srcOrd="3" destOrd="0" presId="urn:microsoft.com/office/officeart/2018/2/layout/IconVerticalSolidList"/>
    <dgm:cxn modelId="{B2433D8F-8DE8-4681-9E70-30891C4ED457}" type="presParOf" srcId="{B1D961A3-5E21-42CC-B51B-24A2B4922BED}" destId="{3CF373F7-41F4-4CF4-A51F-B6E4A0CAB0F3}" srcOrd="5" destOrd="0" presId="urn:microsoft.com/office/officeart/2018/2/layout/IconVerticalSolidList"/>
    <dgm:cxn modelId="{13ED6C6C-20F2-46B1-AA5F-7D89E0D1DD1C}" type="presParOf" srcId="{B1D961A3-5E21-42CC-B51B-24A2B4922BED}" destId="{8D13A0BC-CA50-4F36-AD45-19DF0E15F634}" srcOrd="6" destOrd="0" presId="urn:microsoft.com/office/officeart/2018/2/layout/IconVerticalSolidList"/>
    <dgm:cxn modelId="{4C1CA18C-C43A-4D78-AEEE-DBB22C199943}" type="presParOf" srcId="{8D13A0BC-CA50-4F36-AD45-19DF0E15F634}" destId="{08C7D293-B9E3-431A-B185-3E1CC7295F87}" srcOrd="0" destOrd="0" presId="urn:microsoft.com/office/officeart/2018/2/layout/IconVerticalSolidList"/>
    <dgm:cxn modelId="{5343D38A-70B3-4B8B-8647-951EB429FEC2}" type="presParOf" srcId="{8D13A0BC-CA50-4F36-AD45-19DF0E15F634}" destId="{342F5B4E-910D-4914-A5A5-65A07386FC73}" srcOrd="1" destOrd="0" presId="urn:microsoft.com/office/officeart/2018/2/layout/IconVerticalSolidList"/>
    <dgm:cxn modelId="{1F2DACFD-1800-492C-B804-D9FDE1DF8BB9}" type="presParOf" srcId="{8D13A0BC-CA50-4F36-AD45-19DF0E15F634}" destId="{9A17D45C-1257-4E20-9ED6-D8F27D8B170A}" srcOrd="2" destOrd="0" presId="urn:microsoft.com/office/officeart/2018/2/layout/IconVerticalSolidList"/>
    <dgm:cxn modelId="{4784CC74-2DED-4212-880B-089BB826A0D2}" type="presParOf" srcId="{8D13A0BC-CA50-4F36-AD45-19DF0E15F634}" destId="{9BCF2CA2-18F8-421A-8C8B-5888088E82DC}" srcOrd="3" destOrd="0" presId="urn:microsoft.com/office/officeart/2018/2/layout/IconVerticalSolidList"/>
    <dgm:cxn modelId="{8C904421-AF31-4D81-98D6-32906C115E45}" type="presParOf" srcId="{B1D961A3-5E21-42CC-B51B-24A2B4922BED}" destId="{1DFD8D10-D708-4859-9234-0AE9D149D5C8}" srcOrd="7" destOrd="0" presId="urn:microsoft.com/office/officeart/2018/2/layout/IconVerticalSolidList"/>
    <dgm:cxn modelId="{0D578BC7-2865-4FD7-A333-A9D30D063A9C}" type="presParOf" srcId="{B1D961A3-5E21-42CC-B51B-24A2B4922BED}" destId="{B55168BA-155B-42DA-A029-5B2DAC159C95}" srcOrd="8" destOrd="0" presId="urn:microsoft.com/office/officeart/2018/2/layout/IconVerticalSolidList"/>
    <dgm:cxn modelId="{E0F75B90-1256-4F3C-8479-C2756C355DDA}" type="presParOf" srcId="{B55168BA-155B-42DA-A029-5B2DAC159C95}" destId="{0A6A7949-A9CF-4C3B-B97C-1672767966AC}" srcOrd="0" destOrd="0" presId="urn:microsoft.com/office/officeart/2018/2/layout/IconVerticalSolidList"/>
    <dgm:cxn modelId="{40B8F162-4DBC-411B-BF68-FF6EAF78EBD4}" type="presParOf" srcId="{B55168BA-155B-42DA-A029-5B2DAC159C95}" destId="{FD07BAD9-3031-4F57-9E6B-073B5281BADB}" srcOrd="1" destOrd="0" presId="urn:microsoft.com/office/officeart/2018/2/layout/IconVerticalSolidList"/>
    <dgm:cxn modelId="{99880DE0-2736-45BA-AB67-E8F559E22E9D}" type="presParOf" srcId="{B55168BA-155B-42DA-A029-5B2DAC159C95}" destId="{A5F94A3F-133D-475D-AAC3-1C036E588CB6}" srcOrd="2" destOrd="0" presId="urn:microsoft.com/office/officeart/2018/2/layout/IconVerticalSolidList"/>
    <dgm:cxn modelId="{679F9356-8198-4A8D-8D12-EC877008C2EE}" type="presParOf" srcId="{B55168BA-155B-42DA-A029-5B2DAC159C95}" destId="{AC19B829-1FB0-4D29-A757-F63208127C5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5AFB8D2-A0AA-4BA9-BC2B-9334DD1E83A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1913B87-7B6E-453B-9C72-ED6F23FC2508}">
      <dgm:prSet/>
      <dgm:spPr/>
      <dgm:t>
        <a:bodyPr/>
        <a:lstStyle/>
        <a:p>
          <a:r>
            <a:rPr lang="en-US" dirty="0"/>
            <a:t>name the inputs and outputs</a:t>
          </a:r>
        </a:p>
      </dgm:t>
    </dgm:pt>
    <dgm:pt modelId="{3171F782-B086-4DBE-91C6-7CDFAF89C5A2}" type="parTrans" cxnId="{B9C3EE46-15AB-4EA9-95BD-E8369A97E1A9}">
      <dgm:prSet/>
      <dgm:spPr/>
      <dgm:t>
        <a:bodyPr/>
        <a:lstStyle/>
        <a:p>
          <a:endParaRPr lang="en-US"/>
        </a:p>
      </dgm:t>
    </dgm:pt>
    <dgm:pt modelId="{B1DDEB20-DFFD-4E74-95B0-7CD63CA95C1D}" type="sibTrans" cxnId="{B9C3EE46-15AB-4EA9-95BD-E8369A97E1A9}">
      <dgm:prSet/>
      <dgm:spPr/>
      <dgm:t>
        <a:bodyPr/>
        <a:lstStyle/>
        <a:p>
          <a:endParaRPr lang="en-US"/>
        </a:p>
      </dgm:t>
    </dgm:pt>
    <dgm:pt modelId="{69BADF73-F8F6-4D32-9F25-55A2F5EF1551}">
      <dgm:prSet/>
      <dgm:spPr/>
      <dgm:t>
        <a:bodyPr/>
        <a:lstStyle/>
        <a:p>
          <a:r>
            <a:rPr lang="en-US" dirty="0"/>
            <a:t>state assumptions</a:t>
          </a:r>
        </a:p>
      </dgm:t>
    </dgm:pt>
    <dgm:pt modelId="{1B8ECD89-3AE0-4F38-A98D-71ECB403FE37}" type="parTrans" cxnId="{12FDD2AC-113B-4393-9B92-F0E6BD498360}">
      <dgm:prSet/>
      <dgm:spPr/>
      <dgm:t>
        <a:bodyPr/>
        <a:lstStyle/>
        <a:p>
          <a:endParaRPr lang="en-US"/>
        </a:p>
      </dgm:t>
    </dgm:pt>
    <dgm:pt modelId="{CB6D0B00-BB9A-4B33-88DE-EF968563F464}" type="sibTrans" cxnId="{12FDD2AC-113B-4393-9B92-F0E6BD498360}">
      <dgm:prSet/>
      <dgm:spPr/>
      <dgm:t>
        <a:bodyPr/>
        <a:lstStyle/>
        <a:p>
          <a:endParaRPr lang="en-US"/>
        </a:p>
      </dgm:t>
    </dgm:pt>
    <dgm:pt modelId="{D9CB1CA6-27E1-4D06-B1C1-1A114EF6BE2F}">
      <dgm:prSet/>
      <dgm:spPr/>
      <dgm:t>
        <a:bodyPr/>
        <a:lstStyle/>
        <a:p>
          <a:r>
            <a:rPr lang="en-US" dirty="0"/>
            <a:t>write precise steps</a:t>
          </a:r>
        </a:p>
      </dgm:t>
    </dgm:pt>
    <dgm:pt modelId="{2DE5ED3B-D58A-4432-9D9F-502B3C65DBFF}" type="parTrans" cxnId="{9F0659C6-0526-45DB-963C-EF0EA7BC9A72}">
      <dgm:prSet/>
      <dgm:spPr/>
      <dgm:t>
        <a:bodyPr/>
        <a:lstStyle/>
        <a:p>
          <a:endParaRPr lang="en-US"/>
        </a:p>
      </dgm:t>
    </dgm:pt>
    <dgm:pt modelId="{155DB003-2F57-4726-856A-27F2522413EB}" type="sibTrans" cxnId="{9F0659C6-0526-45DB-963C-EF0EA7BC9A72}">
      <dgm:prSet/>
      <dgm:spPr/>
      <dgm:t>
        <a:bodyPr/>
        <a:lstStyle/>
        <a:p>
          <a:endParaRPr lang="en-US"/>
        </a:p>
      </dgm:t>
    </dgm:pt>
    <dgm:pt modelId="{9BDA5331-6B55-423A-91F0-C24ADCCF129D}">
      <dgm:prSet/>
      <dgm:spPr/>
      <dgm:t>
        <a:bodyPr/>
        <a:lstStyle/>
        <a:p>
          <a:r>
            <a:rPr lang="en-US" dirty="0"/>
            <a:t>test normal and edge cases</a:t>
          </a:r>
        </a:p>
      </dgm:t>
    </dgm:pt>
    <dgm:pt modelId="{A35D008B-186E-4F69-8EE7-88A20371538B}" type="parTrans" cxnId="{2BA93F91-774D-476E-8F2D-D19C1B6F8CB5}">
      <dgm:prSet/>
      <dgm:spPr/>
      <dgm:t>
        <a:bodyPr/>
        <a:lstStyle/>
        <a:p>
          <a:endParaRPr lang="en-US"/>
        </a:p>
      </dgm:t>
    </dgm:pt>
    <dgm:pt modelId="{B6E77980-2B7E-438D-A760-EFF518934674}" type="sibTrans" cxnId="{2BA93F91-774D-476E-8F2D-D19C1B6F8CB5}">
      <dgm:prSet/>
      <dgm:spPr/>
      <dgm:t>
        <a:bodyPr/>
        <a:lstStyle/>
        <a:p>
          <a:endParaRPr lang="en-US"/>
        </a:p>
      </dgm:t>
    </dgm:pt>
    <dgm:pt modelId="{AE5F5F4F-E514-4434-9D12-CDBFF92760B1}">
      <dgm:prSet/>
      <dgm:spPr/>
      <dgm:t>
        <a:bodyPr/>
        <a:lstStyle/>
        <a:p>
          <a:r>
            <a:rPr lang="en-US" dirty="0"/>
            <a:t>revise when evidence exposes ambiguity</a:t>
          </a:r>
        </a:p>
      </dgm:t>
    </dgm:pt>
    <dgm:pt modelId="{2DD6CC84-2D01-4CC2-B09E-6B4EED8F5140}" type="parTrans" cxnId="{3C2D4FDB-21B1-46E1-B2F7-A244651109E6}">
      <dgm:prSet/>
      <dgm:spPr/>
      <dgm:t>
        <a:bodyPr/>
        <a:lstStyle/>
        <a:p>
          <a:endParaRPr lang="en-US"/>
        </a:p>
      </dgm:t>
    </dgm:pt>
    <dgm:pt modelId="{2B3ACA9F-D069-429E-917B-D4E1FA97A4A0}" type="sibTrans" cxnId="{3C2D4FDB-21B1-46E1-B2F7-A244651109E6}">
      <dgm:prSet/>
      <dgm:spPr/>
      <dgm:t>
        <a:bodyPr/>
        <a:lstStyle/>
        <a:p>
          <a:endParaRPr lang="en-US"/>
        </a:p>
      </dgm:t>
    </dgm:pt>
    <dgm:pt modelId="{FCF9921F-6DB6-4059-B582-53700E7F9FA9}" type="pres">
      <dgm:prSet presAssocID="{45AFB8D2-A0AA-4BA9-BC2B-9334DD1E83A8}" presName="root" presStyleCnt="0">
        <dgm:presLayoutVars>
          <dgm:dir/>
          <dgm:resizeHandles val="exact"/>
        </dgm:presLayoutVars>
      </dgm:prSet>
      <dgm:spPr/>
    </dgm:pt>
    <dgm:pt modelId="{1A326405-EDFC-4E0F-960F-E03E4EAEDD67}" type="pres">
      <dgm:prSet presAssocID="{81913B87-7B6E-453B-9C72-ED6F23FC2508}" presName="compNode" presStyleCnt="0"/>
      <dgm:spPr/>
    </dgm:pt>
    <dgm:pt modelId="{00635E6C-9604-47DD-8FF7-ABA40A7EE5A0}" type="pres">
      <dgm:prSet presAssocID="{81913B87-7B6E-453B-9C72-ED6F23FC2508}" presName="bgRect" presStyleLbl="bgShp" presStyleIdx="0" presStyleCnt="5"/>
      <dgm:spPr/>
    </dgm:pt>
    <dgm:pt modelId="{3F1209BE-FFBC-437F-874D-B582C0FAE05A}" type="pres">
      <dgm:prSet presAssocID="{81913B87-7B6E-453B-9C72-ED6F23FC2508}"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ocument"/>
        </a:ext>
      </dgm:extLst>
    </dgm:pt>
    <dgm:pt modelId="{D57FE127-224F-4EDC-8195-F6E3636E0849}" type="pres">
      <dgm:prSet presAssocID="{81913B87-7B6E-453B-9C72-ED6F23FC2508}" presName="spaceRect" presStyleCnt="0"/>
      <dgm:spPr/>
    </dgm:pt>
    <dgm:pt modelId="{E2B3258D-959E-4A3E-AE68-4FC99A273F18}" type="pres">
      <dgm:prSet presAssocID="{81913B87-7B6E-453B-9C72-ED6F23FC2508}" presName="parTx" presStyleLbl="revTx" presStyleIdx="0" presStyleCnt="5">
        <dgm:presLayoutVars>
          <dgm:chMax val="0"/>
          <dgm:chPref val="0"/>
        </dgm:presLayoutVars>
      </dgm:prSet>
      <dgm:spPr/>
    </dgm:pt>
    <dgm:pt modelId="{DF200214-FDE1-4D82-BA3D-2F0105E8B272}" type="pres">
      <dgm:prSet presAssocID="{B1DDEB20-DFFD-4E74-95B0-7CD63CA95C1D}" presName="sibTrans" presStyleCnt="0"/>
      <dgm:spPr/>
    </dgm:pt>
    <dgm:pt modelId="{3D926727-ACBE-42D1-86C8-172222CE286E}" type="pres">
      <dgm:prSet presAssocID="{69BADF73-F8F6-4D32-9F25-55A2F5EF1551}" presName="compNode" presStyleCnt="0"/>
      <dgm:spPr/>
    </dgm:pt>
    <dgm:pt modelId="{6F0F1236-5A24-49CB-9A9F-99AAEFE9919E}" type="pres">
      <dgm:prSet presAssocID="{69BADF73-F8F6-4D32-9F25-55A2F5EF1551}" presName="bgRect" presStyleLbl="bgShp" presStyleIdx="1" presStyleCnt="5"/>
      <dgm:spPr/>
    </dgm:pt>
    <dgm:pt modelId="{4321A322-543A-464E-8365-E7474DB7559A}" type="pres">
      <dgm:prSet presAssocID="{69BADF73-F8F6-4D32-9F25-55A2F5EF1551}"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582A9CBF-FF46-4F7F-B15D-163769CB1C92}" type="pres">
      <dgm:prSet presAssocID="{69BADF73-F8F6-4D32-9F25-55A2F5EF1551}" presName="spaceRect" presStyleCnt="0"/>
      <dgm:spPr/>
    </dgm:pt>
    <dgm:pt modelId="{746BEEB4-D5C9-49B1-A21D-F7DA3FA13D3C}" type="pres">
      <dgm:prSet presAssocID="{69BADF73-F8F6-4D32-9F25-55A2F5EF1551}" presName="parTx" presStyleLbl="revTx" presStyleIdx="1" presStyleCnt="5">
        <dgm:presLayoutVars>
          <dgm:chMax val="0"/>
          <dgm:chPref val="0"/>
        </dgm:presLayoutVars>
      </dgm:prSet>
      <dgm:spPr/>
    </dgm:pt>
    <dgm:pt modelId="{516C50BE-20C6-4733-841D-B1F9C551F0FB}" type="pres">
      <dgm:prSet presAssocID="{CB6D0B00-BB9A-4B33-88DE-EF968563F464}" presName="sibTrans" presStyleCnt="0"/>
      <dgm:spPr/>
    </dgm:pt>
    <dgm:pt modelId="{DB6986B0-F1B8-4F06-BED2-8593C408123F}" type="pres">
      <dgm:prSet presAssocID="{D9CB1CA6-27E1-4D06-B1C1-1A114EF6BE2F}" presName="compNode" presStyleCnt="0"/>
      <dgm:spPr/>
    </dgm:pt>
    <dgm:pt modelId="{C8917F24-FAA7-4F3D-AC0A-DBA37CDFFE6A}" type="pres">
      <dgm:prSet presAssocID="{D9CB1CA6-27E1-4D06-B1C1-1A114EF6BE2F}" presName="bgRect" presStyleLbl="bgShp" presStyleIdx="2" presStyleCnt="5"/>
      <dgm:spPr/>
    </dgm:pt>
    <dgm:pt modelId="{F8F9A4F1-1281-4491-BF3E-C7BA649BF0C1}" type="pres">
      <dgm:prSet presAssocID="{D9CB1CA6-27E1-4D06-B1C1-1A114EF6BE2F}"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encil"/>
        </a:ext>
      </dgm:extLst>
    </dgm:pt>
    <dgm:pt modelId="{C8243116-CC63-4DB2-978B-9D37BEE946EB}" type="pres">
      <dgm:prSet presAssocID="{D9CB1CA6-27E1-4D06-B1C1-1A114EF6BE2F}" presName="spaceRect" presStyleCnt="0"/>
      <dgm:spPr/>
    </dgm:pt>
    <dgm:pt modelId="{6F244943-F785-4F3C-BA9A-4F7C5F1ED1B0}" type="pres">
      <dgm:prSet presAssocID="{D9CB1CA6-27E1-4D06-B1C1-1A114EF6BE2F}" presName="parTx" presStyleLbl="revTx" presStyleIdx="2" presStyleCnt="5">
        <dgm:presLayoutVars>
          <dgm:chMax val="0"/>
          <dgm:chPref val="0"/>
        </dgm:presLayoutVars>
      </dgm:prSet>
      <dgm:spPr/>
    </dgm:pt>
    <dgm:pt modelId="{CF16D1D4-8842-462B-8456-55E125F72F49}" type="pres">
      <dgm:prSet presAssocID="{155DB003-2F57-4726-856A-27F2522413EB}" presName="sibTrans" presStyleCnt="0"/>
      <dgm:spPr/>
    </dgm:pt>
    <dgm:pt modelId="{F773DF81-B4C1-4F3E-91C1-E9857AF6B4D2}" type="pres">
      <dgm:prSet presAssocID="{9BDA5331-6B55-423A-91F0-C24ADCCF129D}" presName="compNode" presStyleCnt="0"/>
      <dgm:spPr/>
    </dgm:pt>
    <dgm:pt modelId="{59096BEA-B7EF-43A1-83B5-5F4D06E6F270}" type="pres">
      <dgm:prSet presAssocID="{9BDA5331-6B55-423A-91F0-C24ADCCF129D}" presName="bgRect" presStyleLbl="bgShp" presStyleIdx="3" presStyleCnt="5"/>
      <dgm:spPr/>
    </dgm:pt>
    <dgm:pt modelId="{424FF926-F889-4872-8B2D-DD61A0D9B14A}" type="pres">
      <dgm:prSet presAssocID="{9BDA5331-6B55-423A-91F0-C24ADCCF129D}"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mera"/>
        </a:ext>
      </dgm:extLst>
    </dgm:pt>
    <dgm:pt modelId="{2B5DAA3B-E596-43A0-AA35-EDA825890B5D}" type="pres">
      <dgm:prSet presAssocID="{9BDA5331-6B55-423A-91F0-C24ADCCF129D}" presName="spaceRect" presStyleCnt="0"/>
      <dgm:spPr/>
    </dgm:pt>
    <dgm:pt modelId="{0B65CF33-C460-43EC-BDE3-694AC8FC4F86}" type="pres">
      <dgm:prSet presAssocID="{9BDA5331-6B55-423A-91F0-C24ADCCF129D}" presName="parTx" presStyleLbl="revTx" presStyleIdx="3" presStyleCnt="5">
        <dgm:presLayoutVars>
          <dgm:chMax val="0"/>
          <dgm:chPref val="0"/>
        </dgm:presLayoutVars>
      </dgm:prSet>
      <dgm:spPr/>
    </dgm:pt>
    <dgm:pt modelId="{CD41B933-C883-4AD4-8965-BB4C45F45AB0}" type="pres">
      <dgm:prSet presAssocID="{B6E77980-2B7E-438D-A760-EFF518934674}" presName="sibTrans" presStyleCnt="0"/>
      <dgm:spPr/>
    </dgm:pt>
    <dgm:pt modelId="{214283EE-BDB6-40BD-B891-8CD633C40393}" type="pres">
      <dgm:prSet presAssocID="{AE5F5F4F-E514-4434-9D12-CDBFF92760B1}" presName="compNode" presStyleCnt="0"/>
      <dgm:spPr/>
    </dgm:pt>
    <dgm:pt modelId="{D38D0B81-A0B5-436F-9F30-809C43CB5E87}" type="pres">
      <dgm:prSet presAssocID="{AE5F5F4F-E514-4434-9D12-CDBFF92760B1}" presName="bgRect" presStyleLbl="bgShp" presStyleIdx="4" presStyleCnt="5"/>
      <dgm:spPr/>
    </dgm:pt>
    <dgm:pt modelId="{FE218B90-2B52-431F-86FF-E2170465B46A}" type="pres">
      <dgm:prSet presAssocID="{AE5F5F4F-E514-4434-9D12-CDBFF92760B1}"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Question mark"/>
        </a:ext>
      </dgm:extLst>
    </dgm:pt>
    <dgm:pt modelId="{5BC8F0ED-C0FE-4B3D-BBB0-F746EE822CE8}" type="pres">
      <dgm:prSet presAssocID="{AE5F5F4F-E514-4434-9D12-CDBFF92760B1}" presName="spaceRect" presStyleCnt="0"/>
      <dgm:spPr/>
    </dgm:pt>
    <dgm:pt modelId="{DD18FF24-B86B-4BA3-97A4-31FBAC4FAA69}" type="pres">
      <dgm:prSet presAssocID="{AE5F5F4F-E514-4434-9D12-CDBFF92760B1}" presName="parTx" presStyleLbl="revTx" presStyleIdx="4" presStyleCnt="5">
        <dgm:presLayoutVars>
          <dgm:chMax val="0"/>
          <dgm:chPref val="0"/>
        </dgm:presLayoutVars>
      </dgm:prSet>
      <dgm:spPr/>
    </dgm:pt>
  </dgm:ptLst>
  <dgm:cxnLst>
    <dgm:cxn modelId="{B9C3EE46-15AB-4EA9-95BD-E8369A97E1A9}" srcId="{45AFB8D2-A0AA-4BA9-BC2B-9334DD1E83A8}" destId="{81913B87-7B6E-453B-9C72-ED6F23FC2508}" srcOrd="0" destOrd="0" parTransId="{3171F782-B086-4DBE-91C6-7CDFAF89C5A2}" sibTransId="{B1DDEB20-DFFD-4E74-95B0-7CD63CA95C1D}"/>
    <dgm:cxn modelId="{A5F3D74E-BA3A-401C-AACD-586534B98CDE}" type="presOf" srcId="{AE5F5F4F-E514-4434-9D12-CDBFF92760B1}" destId="{DD18FF24-B86B-4BA3-97A4-31FBAC4FAA69}" srcOrd="0" destOrd="0" presId="urn:microsoft.com/office/officeart/2018/2/layout/IconVerticalSolidList"/>
    <dgm:cxn modelId="{AB425C73-3CDC-4974-9FE7-6F2174C07824}" type="presOf" srcId="{D9CB1CA6-27E1-4D06-B1C1-1A114EF6BE2F}" destId="{6F244943-F785-4F3C-BA9A-4F7C5F1ED1B0}" srcOrd="0" destOrd="0" presId="urn:microsoft.com/office/officeart/2018/2/layout/IconVerticalSolidList"/>
    <dgm:cxn modelId="{2BA93F91-774D-476E-8F2D-D19C1B6F8CB5}" srcId="{45AFB8D2-A0AA-4BA9-BC2B-9334DD1E83A8}" destId="{9BDA5331-6B55-423A-91F0-C24ADCCF129D}" srcOrd="3" destOrd="0" parTransId="{A35D008B-186E-4F69-8EE7-88A20371538B}" sibTransId="{B6E77980-2B7E-438D-A760-EFF518934674}"/>
    <dgm:cxn modelId="{ABD5A594-E353-4B35-B1E7-717F8AACDD50}" type="presOf" srcId="{45AFB8D2-A0AA-4BA9-BC2B-9334DD1E83A8}" destId="{FCF9921F-6DB6-4059-B582-53700E7F9FA9}" srcOrd="0" destOrd="0" presId="urn:microsoft.com/office/officeart/2018/2/layout/IconVerticalSolidList"/>
    <dgm:cxn modelId="{DB25E696-57DD-44FD-996E-F82A51B59955}" type="presOf" srcId="{81913B87-7B6E-453B-9C72-ED6F23FC2508}" destId="{E2B3258D-959E-4A3E-AE68-4FC99A273F18}" srcOrd="0" destOrd="0" presId="urn:microsoft.com/office/officeart/2018/2/layout/IconVerticalSolidList"/>
    <dgm:cxn modelId="{12FDD2AC-113B-4393-9B92-F0E6BD498360}" srcId="{45AFB8D2-A0AA-4BA9-BC2B-9334DD1E83A8}" destId="{69BADF73-F8F6-4D32-9F25-55A2F5EF1551}" srcOrd="1" destOrd="0" parTransId="{1B8ECD89-3AE0-4F38-A98D-71ECB403FE37}" sibTransId="{CB6D0B00-BB9A-4B33-88DE-EF968563F464}"/>
    <dgm:cxn modelId="{9F0659C6-0526-45DB-963C-EF0EA7BC9A72}" srcId="{45AFB8D2-A0AA-4BA9-BC2B-9334DD1E83A8}" destId="{D9CB1CA6-27E1-4D06-B1C1-1A114EF6BE2F}" srcOrd="2" destOrd="0" parTransId="{2DE5ED3B-D58A-4432-9D9F-502B3C65DBFF}" sibTransId="{155DB003-2F57-4726-856A-27F2522413EB}"/>
    <dgm:cxn modelId="{482F37D4-60A5-4E71-B497-816CA36BA8BC}" type="presOf" srcId="{9BDA5331-6B55-423A-91F0-C24ADCCF129D}" destId="{0B65CF33-C460-43EC-BDE3-694AC8FC4F86}" srcOrd="0" destOrd="0" presId="urn:microsoft.com/office/officeart/2018/2/layout/IconVerticalSolidList"/>
    <dgm:cxn modelId="{3C2D4FDB-21B1-46E1-B2F7-A244651109E6}" srcId="{45AFB8D2-A0AA-4BA9-BC2B-9334DD1E83A8}" destId="{AE5F5F4F-E514-4434-9D12-CDBFF92760B1}" srcOrd="4" destOrd="0" parTransId="{2DD6CC84-2D01-4CC2-B09E-6B4EED8F5140}" sibTransId="{2B3ACA9F-D069-429E-917B-D4E1FA97A4A0}"/>
    <dgm:cxn modelId="{99A56FF2-DC9E-4410-BAC8-E41E882CD036}" type="presOf" srcId="{69BADF73-F8F6-4D32-9F25-55A2F5EF1551}" destId="{746BEEB4-D5C9-49B1-A21D-F7DA3FA13D3C}" srcOrd="0" destOrd="0" presId="urn:microsoft.com/office/officeart/2018/2/layout/IconVerticalSolidList"/>
    <dgm:cxn modelId="{5B0B0E30-64DD-4A26-9476-B1281B62DCE4}" type="presParOf" srcId="{FCF9921F-6DB6-4059-B582-53700E7F9FA9}" destId="{1A326405-EDFC-4E0F-960F-E03E4EAEDD67}" srcOrd="0" destOrd="0" presId="urn:microsoft.com/office/officeart/2018/2/layout/IconVerticalSolidList"/>
    <dgm:cxn modelId="{5771EE65-FAEE-4CCB-9E93-552AAB0B412B}" type="presParOf" srcId="{1A326405-EDFC-4E0F-960F-E03E4EAEDD67}" destId="{00635E6C-9604-47DD-8FF7-ABA40A7EE5A0}" srcOrd="0" destOrd="0" presId="urn:microsoft.com/office/officeart/2018/2/layout/IconVerticalSolidList"/>
    <dgm:cxn modelId="{A736BFF0-A81D-49D6-9C3F-63E3CFA996AB}" type="presParOf" srcId="{1A326405-EDFC-4E0F-960F-E03E4EAEDD67}" destId="{3F1209BE-FFBC-437F-874D-B582C0FAE05A}" srcOrd="1" destOrd="0" presId="urn:microsoft.com/office/officeart/2018/2/layout/IconVerticalSolidList"/>
    <dgm:cxn modelId="{820AD339-5E5A-4A49-8A71-1D6251BC2E57}" type="presParOf" srcId="{1A326405-EDFC-4E0F-960F-E03E4EAEDD67}" destId="{D57FE127-224F-4EDC-8195-F6E3636E0849}" srcOrd="2" destOrd="0" presId="urn:microsoft.com/office/officeart/2018/2/layout/IconVerticalSolidList"/>
    <dgm:cxn modelId="{2DFDEB04-5C8C-4048-A53C-407B2955C811}" type="presParOf" srcId="{1A326405-EDFC-4E0F-960F-E03E4EAEDD67}" destId="{E2B3258D-959E-4A3E-AE68-4FC99A273F18}" srcOrd="3" destOrd="0" presId="urn:microsoft.com/office/officeart/2018/2/layout/IconVerticalSolidList"/>
    <dgm:cxn modelId="{3C0C3FC3-6417-4790-8EAB-1F263CA29E2B}" type="presParOf" srcId="{FCF9921F-6DB6-4059-B582-53700E7F9FA9}" destId="{DF200214-FDE1-4D82-BA3D-2F0105E8B272}" srcOrd="1" destOrd="0" presId="urn:microsoft.com/office/officeart/2018/2/layout/IconVerticalSolidList"/>
    <dgm:cxn modelId="{399ECEB9-FE1C-47E1-AA81-745B6645DBA2}" type="presParOf" srcId="{FCF9921F-6DB6-4059-B582-53700E7F9FA9}" destId="{3D926727-ACBE-42D1-86C8-172222CE286E}" srcOrd="2" destOrd="0" presId="urn:microsoft.com/office/officeart/2018/2/layout/IconVerticalSolidList"/>
    <dgm:cxn modelId="{70B0D076-2978-40A2-B0BE-FD934140644B}" type="presParOf" srcId="{3D926727-ACBE-42D1-86C8-172222CE286E}" destId="{6F0F1236-5A24-49CB-9A9F-99AAEFE9919E}" srcOrd="0" destOrd="0" presId="urn:microsoft.com/office/officeart/2018/2/layout/IconVerticalSolidList"/>
    <dgm:cxn modelId="{DE6988BE-92DD-4930-9934-811E19141227}" type="presParOf" srcId="{3D926727-ACBE-42D1-86C8-172222CE286E}" destId="{4321A322-543A-464E-8365-E7474DB7559A}" srcOrd="1" destOrd="0" presId="urn:microsoft.com/office/officeart/2018/2/layout/IconVerticalSolidList"/>
    <dgm:cxn modelId="{50769A63-9128-415E-9BA8-F13E49F76E28}" type="presParOf" srcId="{3D926727-ACBE-42D1-86C8-172222CE286E}" destId="{582A9CBF-FF46-4F7F-B15D-163769CB1C92}" srcOrd="2" destOrd="0" presId="urn:microsoft.com/office/officeart/2018/2/layout/IconVerticalSolidList"/>
    <dgm:cxn modelId="{2B079657-35E1-41D5-9608-2FB9299217EE}" type="presParOf" srcId="{3D926727-ACBE-42D1-86C8-172222CE286E}" destId="{746BEEB4-D5C9-49B1-A21D-F7DA3FA13D3C}" srcOrd="3" destOrd="0" presId="urn:microsoft.com/office/officeart/2018/2/layout/IconVerticalSolidList"/>
    <dgm:cxn modelId="{2DA9FC05-172F-406D-A6A0-E0BA3F8D9B3F}" type="presParOf" srcId="{FCF9921F-6DB6-4059-B582-53700E7F9FA9}" destId="{516C50BE-20C6-4733-841D-B1F9C551F0FB}" srcOrd="3" destOrd="0" presId="urn:microsoft.com/office/officeart/2018/2/layout/IconVerticalSolidList"/>
    <dgm:cxn modelId="{0DE7C772-5AD5-4142-B6AD-70DA6D948ADA}" type="presParOf" srcId="{FCF9921F-6DB6-4059-B582-53700E7F9FA9}" destId="{DB6986B0-F1B8-4F06-BED2-8593C408123F}" srcOrd="4" destOrd="0" presId="urn:microsoft.com/office/officeart/2018/2/layout/IconVerticalSolidList"/>
    <dgm:cxn modelId="{CB73E9B1-718B-4043-8652-572904B4EEB0}" type="presParOf" srcId="{DB6986B0-F1B8-4F06-BED2-8593C408123F}" destId="{C8917F24-FAA7-4F3D-AC0A-DBA37CDFFE6A}" srcOrd="0" destOrd="0" presId="urn:microsoft.com/office/officeart/2018/2/layout/IconVerticalSolidList"/>
    <dgm:cxn modelId="{1ECF1E2C-0E17-4F51-8CE6-2AD14F3CB819}" type="presParOf" srcId="{DB6986B0-F1B8-4F06-BED2-8593C408123F}" destId="{F8F9A4F1-1281-4491-BF3E-C7BA649BF0C1}" srcOrd="1" destOrd="0" presId="urn:microsoft.com/office/officeart/2018/2/layout/IconVerticalSolidList"/>
    <dgm:cxn modelId="{40B09291-2B55-4ED4-8B45-6CA638117272}" type="presParOf" srcId="{DB6986B0-F1B8-4F06-BED2-8593C408123F}" destId="{C8243116-CC63-4DB2-978B-9D37BEE946EB}" srcOrd="2" destOrd="0" presId="urn:microsoft.com/office/officeart/2018/2/layout/IconVerticalSolidList"/>
    <dgm:cxn modelId="{50CFCA6C-2303-4A16-A875-8B1C49CCB63E}" type="presParOf" srcId="{DB6986B0-F1B8-4F06-BED2-8593C408123F}" destId="{6F244943-F785-4F3C-BA9A-4F7C5F1ED1B0}" srcOrd="3" destOrd="0" presId="urn:microsoft.com/office/officeart/2018/2/layout/IconVerticalSolidList"/>
    <dgm:cxn modelId="{4BFD9900-E808-47E4-95A0-2B825ACB9FA5}" type="presParOf" srcId="{FCF9921F-6DB6-4059-B582-53700E7F9FA9}" destId="{CF16D1D4-8842-462B-8456-55E125F72F49}" srcOrd="5" destOrd="0" presId="urn:microsoft.com/office/officeart/2018/2/layout/IconVerticalSolidList"/>
    <dgm:cxn modelId="{E2BB53EB-5E37-48B7-B811-6A11B71267D5}" type="presParOf" srcId="{FCF9921F-6DB6-4059-B582-53700E7F9FA9}" destId="{F773DF81-B4C1-4F3E-91C1-E9857AF6B4D2}" srcOrd="6" destOrd="0" presId="urn:microsoft.com/office/officeart/2018/2/layout/IconVerticalSolidList"/>
    <dgm:cxn modelId="{3ACB9600-5FF3-49D0-A322-B0E2CD80C455}" type="presParOf" srcId="{F773DF81-B4C1-4F3E-91C1-E9857AF6B4D2}" destId="{59096BEA-B7EF-43A1-83B5-5F4D06E6F270}" srcOrd="0" destOrd="0" presId="urn:microsoft.com/office/officeart/2018/2/layout/IconVerticalSolidList"/>
    <dgm:cxn modelId="{87240271-EA9A-428B-9571-37F4C2F8C201}" type="presParOf" srcId="{F773DF81-B4C1-4F3E-91C1-E9857AF6B4D2}" destId="{424FF926-F889-4872-8B2D-DD61A0D9B14A}" srcOrd="1" destOrd="0" presId="urn:microsoft.com/office/officeart/2018/2/layout/IconVerticalSolidList"/>
    <dgm:cxn modelId="{B38C194C-716E-44BF-8B94-28C0B0FEE74C}" type="presParOf" srcId="{F773DF81-B4C1-4F3E-91C1-E9857AF6B4D2}" destId="{2B5DAA3B-E596-43A0-AA35-EDA825890B5D}" srcOrd="2" destOrd="0" presId="urn:microsoft.com/office/officeart/2018/2/layout/IconVerticalSolidList"/>
    <dgm:cxn modelId="{A424554D-AEBE-4724-AA69-1351F3D925BC}" type="presParOf" srcId="{F773DF81-B4C1-4F3E-91C1-E9857AF6B4D2}" destId="{0B65CF33-C460-43EC-BDE3-694AC8FC4F86}" srcOrd="3" destOrd="0" presId="urn:microsoft.com/office/officeart/2018/2/layout/IconVerticalSolidList"/>
    <dgm:cxn modelId="{CAC4ABA8-2ED3-4918-986C-75FC3A7E72ED}" type="presParOf" srcId="{FCF9921F-6DB6-4059-B582-53700E7F9FA9}" destId="{CD41B933-C883-4AD4-8965-BB4C45F45AB0}" srcOrd="7" destOrd="0" presId="urn:microsoft.com/office/officeart/2018/2/layout/IconVerticalSolidList"/>
    <dgm:cxn modelId="{28055B28-E899-4B7C-A067-F4C8C0CF11C6}" type="presParOf" srcId="{FCF9921F-6DB6-4059-B582-53700E7F9FA9}" destId="{214283EE-BDB6-40BD-B891-8CD633C40393}" srcOrd="8" destOrd="0" presId="urn:microsoft.com/office/officeart/2018/2/layout/IconVerticalSolidList"/>
    <dgm:cxn modelId="{B98EB5D2-F1A9-489A-835E-EFDA61B122DF}" type="presParOf" srcId="{214283EE-BDB6-40BD-B891-8CD633C40393}" destId="{D38D0B81-A0B5-436F-9F30-809C43CB5E87}" srcOrd="0" destOrd="0" presId="urn:microsoft.com/office/officeart/2018/2/layout/IconVerticalSolidList"/>
    <dgm:cxn modelId="{B5B6BC08-A451-40D0-809B-9AA23D04D55B}" type="presParOf" srcId="{214283EE-BDB6-40BD-B891-8CD633C40393}" destId="{FE218B90-2B52-431F-86FF-E2170465B46A}" srcOrd="1" destOrd="0" presId="urn:microsoft.com/office/officeart/2018/2/layout/IconVerticalSolidList"/>
    <dgm:cxn modelId="{B4E0E2CD-8202-4301-89DE-5F17EACB4020}" type="presParOf" srcId="{214283EE-BDB6-40BD-B891-8CD633C40393}" destId="{5BC8F0ED-C0FE-4B3D-BBB0-F746EE822CE8}" srcOrd="2" destOrd="0" presId="urn:microsoft.com/office/officeart/2018/2/layout/IconVerticalSolidList"/>
    <dgm:cxn modelId="{E3387090-218C-428B-8CB2-642DC8996CF2}" type="presParOf" srcId="{214283EE-BDB6-40BD-B891-8CD633C40393}" destId="{DD18FF24-B86B-4BA3-97A4-31FBAC4FAA6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BE09C96-B0A4-490B-9D5F-CA4B293159EE}" type="doc">
      <dgm:prSet loTypeId="urn:microsoft.com/office/officeart/2005/8/layout/matrix3" loCatId="matrix" qsTypeId="urn:microsoft.com/office/officeart/2005/8/quickstyle/simple1" qsCatId="simple" csTypeId="urn:microsoft.com/office/officeart/2005/8/colors/colorful5" csCatId="colorful"/>
      <dgm:spPr/>
      <dgm:t>
        <a:bodyPr/>
        <a:lstStyle/>
        <a:p>
          <a:endParaRPr lang="en-US"/>
        </a:p>
      </dgm:t>
    </dgm:pt>
    <dgm:pt modelId="{A2CE571B-FB4B-4116-A418-0545FB34A12F}">
      <dgm:prSet/>
      <dgm:spPr/>
      <dgm:t>
        <a:bodyPr/>
        <a:lstStyle/>
        <a:p>
          <a:r>
            <a:rPr lang="en-US"/>
            <a:t>What information do I start with?</a:t>
          </a:r>
        </a:p>
      </dgm:t>
    </dgm:pt>
    <dgm:pt modelId="{4C83A661-209B-4843-A03B-65D060A84258}" type="parTrans" cxnId="{0D7B0A2B-3A64-4AD3-A4F6-8B34FC5D9F9F}">
      <dgm:prSet/>
      <dgm:spPr/>
      <dgm:t>
        <a:bodyPr/>
        <a:lstStyle/>
        <a:p>
          <a:endParaRPr lang="en-US"/>
        </a:p>
      </dgm:t>
    </dgm:pt>
    <dgm:pt modelId="{73DB3AFF-E5D3-4EC6-B9A3-D666CED0CDEA}" type="sibTrans" cxnId="{0D7B0A2B-3A64-4AD3-A4F6-8B34FC5D9F9F}">
      <dgm:prSet/>
      <dgm:spPr/>
      <dgm:t>
        <a:bodyPr/>
        <a:lstStyle/>
        <a:p>
          <a:endParaRPr lang="en-US"/>
        </a:p>
      </dgm:t>
    </dgm:pt>
    <dgm:pt modelId="{D6A0FB24-969D-4589-92DA-BDF8C6F01EFD}">
      <dgm:prSet/>
      <dgm:spPr/>
      <dgm:t>
        <a:bodyPr/>
        <a:lstStyle/>
        <a:p>
          <a:r>
            <a:rPr lang="en-US"/>
            <a:t>What steps do I follow?</a:t>
          </a:r>
        </a:p>
      </dgm:t>
    </dgm:pt>
    <dgm:pt modelId="{E2F551B7-AA47-4047-8B1E-5E569BBE13DE}" type="parTrans" cxnId="{9994F069-FCA4-48A9-86AF-749219348F28}">
      <dgm:prSet/>
      <dgm:spPr/>
      <dgm:t>
        <a:bodyPr/>
        <a:lstStyle/>
        <a:p>
          <a:endParaRPr lang="en-US"/>
        </a:p>
      </dgm:t>
    </dgm:pt>
    <dgm:pt modelId="{56ED05DB-E128-4C5D-8779-35ACA3A6FB55}" type="sibTrans" cxnId="{9994F069-FCA4-48A9-86AF-749219348F28}">
      <dgm:prSet/>
      <dgm:spPr/>
      <dgm:t>
        <a:bodyPr/>
        <a:lstStyle/>
        <a:p>
          <a:endParaRPr lang="en-US"/>
        </a:p>
      </dgm:t>
    </dgm:pt>
    <dgm:pt modelId="{EA07B58F-59FB-49FE-86DF-6A55125910CD}">
      <dgm:prSet/>
      <dgm:spPr/>
      <dgm:t>
        <a:bodyPr/>
        <a:lstStyle/>
        <a:p>
          <a:r>
            <a:rPr lang="en-US"/>
            <a:t>What result should I produce?</a:t>
          </a:r>
        </a:p>
      </dgm:t>
    </dgm:pt>
    <dgm:pt modelId="{57DC028A-E7AD-432F-9EE9-EA7A571CB47E}" type="parTrans" cxnId="{D8C660EA-2C7E-407B-9DC4-574ED7A06710}">
      <dgm:prSet/>
      <dgm:spPr/>
      <dgm:t>
        <a:bodyPr/>
        <a:lstStyle/>
        <a:p>
          <a:endParaRPr lang="en-US"/>
        </a:p>
      </dgm:t>
    </dgm:pt>
    <dgm:pt modelId="{27C1BDEC-E7F2-452A-BE07-1CD08C69E852}" type="sibTrans" cxnId="{D8C660EA-2C7E-407B-9DC4-574ED7A06710}">
      <dgm:prSet/>
      <dgm:spPr/>
      <dgm:t>
        <a:bodyPr/>
        <a:lstStyle/>
        <a:p>
          <a:endParaRPr lang="en-US"/>
        </a:p>
      </dgm:t>
    </dgm:pt>
    <dgm:pt modelId="{C3304E2F-503D-489B-A9CE-649C0343AE04}">
      <dgm:prSet/>
      <dgm:spPr/>
      <dgm:t>
        <a:bodyPr/>
        <a:lstStyle/>
        <a:p>
          <a:r>
            <a:rPr lang="en-US"/>
            <a:t>How will I know it worked?</a:t>
          </a:r>
        </a:p>
      </dgm:t>
    </dgm:pt>
    <dgm:pt modelId="{2FA95D0F-3DFD-4BF8-8033-A93A75D218D4}" type="parTrans" cxnId="{3A6F5A17-9677-41B8-86BB-B248158341EC}">
      <dgm:prSet/>
      <dgm:spPr/>
      <dgm:t>
        <a:bodyPr/>
        <a:lstStyle/>
        <a:p>
          <a:endParaRPr lang="en-US"/>
        </a:p>
      </dgm:t>
    </dgm:pt>
    <dgm:pt modelId="{EF868399-0797-4C42-9213-45C32A2DAFDC}" type="sibTrans" cxnId="{3A6F5A17-9677-41B8-86BB-B248158341EC}">
      <dgm:prSet/>
      <dgm:spPr/>
      <dgm:t>
        <a:bodyPr/>
        <a:lstStyle/>
        <a:p>
          <a:endParaRPr lang="en-US"/>
        </a:p>
      </dgm:t>
    </dgm:pt>
    <dgm:pt modelId="{0F6CD6CA-E614-4152-8F0A-3BE09669EF96}" type="pres">
      <dgm:prSet presAssocID="{FBE09C96-B0A4-490B-9D5F-CA4B293159EE}" presName="matrix" presStyleCnt="0">
        <dgm:presLayoutVars>
          <dgm:chMax val="1"/>
          <dgm:dir/>
          <dgm:resizeHandles val="exact"/>
        </dgm:presLayoutVars>
      </dgm:prSet>
      <dgm:spPr/>
    </dgm:pt>
    <dgm:pt modelId="{874C5B41-AD54-47FD-A4FC-3910F9ADC46E}" type="pres">
      <dgm:prSet presAssocID="{FBE09C96-B0A4-490B-9D5F-CA4B293159EE}" presName="diamond" presStyleLbl="bgShp" presStyleIdx="0" presStyleCnt="1"/>
      <dgm:spPr/>
    </dgm:pt>
    <dgm:pt modelId="{17FC3C87-04FE-4195-AA06-607FA5985935}" type="pres">
      <dgm:prSet presAssocID="{FBE09C96-B0A4-490B-9D5F-CA4B293159EE}" presName="quad1" presStyleLbl="node1" presStyleIdx="0" presStyleCnt="4">
        <dgm:presLayoutVars>
          <dgm:chMax val="0"/>
          <dgm:chPref val="0"/>
          <dgm:bulletEnabled val="1"/>
        </dgm:presLayoutVars>
      </dgm:prSet>
      <dgm:spPr/>
    </dgm:pt>
    <dgm:pt modelId="{4E12119A-93A4-4344-A1FB-61A3A4CA772D}" type="pres">
      <dgm:prSet presAssocID="{FBE09C96-B0A4-490B-9D5F-CA4B293159EE}" presName="quad2" presStyleLbl="node1" presStyleIdx="1" presStyleCnt="4">
        <dgm:presLayoutVars>
          <dgm:chMax val="0"/>
          <dgm:chPref val="0"/>
          <dgm:bulletEnabled val="1"/>
        </dgm:presLayoutVars>
      </dgm:prSet>
      <dgm:spPr/>
    </dgm:pt>
    <dgm:pt modelId="{60ACC203-8FD6-4F88-A38F-FC9BDB0E5C1F}" type="pres">
      <dgm:prSet presAssocID="{FBE09C96-B0A4-490B-9D5F-CA4B293159EE}" presName="quad3" presStyleLbl="node1" presStyleIdx="2" presStyleCnt="4">
        <dgm:presLayoutVars>
          <dgm:chMax val="0"/>
          <dgm:chPref val="0"/>
          <dgm:bulletEnabled val="1"/>
        </dgm:presLayoutVars>
      </dgm:prSet>
      <dgm:spPr/>
    </dgm:pt>
    <dgm:pt modelId="{94C4F992-F9B7-4C42-A57C-0EC0092E60E0}" type="pres">
      <dgm:prSet presAssocID="{FBE09C96-B0A4-490B-9D5F-CA4B293159EE}" presName="quad4" presStyleLbl="node1" presStyleIdx="3" presStyleCnt="4">
        <dgm:presLayoutVars>
          <dgm:chMax val="0"/>
          <dgm:chPref val="0"/>
          <dgm:bulletEnabled val="1"/>
        </dgm:presLayoutVars>
      </dgm:prSet>
      <dgm:spPr/>
    </dgm:pt>
  </dgm:ptLst>
  <dgm:cxnLst>
    <dgm:cxn modelId="{498CE916-A2F9-4A11-8076-E10551DBB623}" type="presOf" srcId="{C3304E2F-503D-489B-A9CE-649C0343AE04}" destId="{94C4F992-F9B7-4C42-A57C-0EC0092E60E0}" srcOrd="0" destOrd="0" presId="urn:microsoft.com/office/officeart/2005/8/layout/matrix3"/>
    <dgm:cxn modelId="{3A6F5A17-9677-41B8-86BB-B248158341EC}" srcId="{FBE09C96-B0A4-490B-9D5F-CA4B293159EE}" destId="{C3304E2F-503D-489B-A9CE-649C0343AE04}" srcOrd="3" destOrd="0" parTransId="{2FA95D0F-3DFD-4BF8-8033-A93A75D218D4}" sibTransId="{EF868399-0797-4C42-9213-45C32A2DAFDC}"/>
    <dgm:cxn modelId="{23B01422-676E-49A9-B60E-B6630406F172}" type="presOf" srcId="{EA07B58F-59FB-49FE-86DF-6A55125910CD}" destId="{60ACC203-8FD6-4F88-A38F-FC9BDB0E5C1F}" srcOrd="0" destOrd="0" presId="urn:microsoft.com/office/officeart/2005/8/layout/matrix3"/>
    <dgm:cxn modelId="{606D2124-7485-46C6-8432-4AE22D86BB6B}" type="presOf" srcId="{A2CE571B-FB4B-4116-A418-0545FB34A12F}" destId="{17FC3C87-04FE-4195-AA06-607FA5985935}" srcOrd="0" destOrd="0" presId="urn:microsoft.com/office/officeart/2005/8/layout/matrix3"/>
    <dgm:cxn modelId="{0D7B0A2B-3A64-4AD3-A4F6-8B34FC5D9F9F}" srcId="{FBE09C96-B0A4-490B-9D5F-CA4B293159EE}" destId="{A2CE571B-FB4B-4116-A418-0545FB34A12F}" srcOrd="0" destOrd="0" parTransId="{4C83A661-209B-4843-A03B-65D060A84258}" sibTransId="{73DB3AFF-E5D3-4EC6-B9A3-D666CED0CDEA}"/>
    <dgm:cxn modelId="{94944444-7A7D-4DAE-858C-E927B273F31F}" type="presOf" srcId="{D6A0FB24-969D-4589-92DA-BDF8C6F01EFD}" destId="{4E12119A-93A4-4344-A1FB-61A3A4CA772D}" srcOrd="0" destOrd="0" presId="urn:microsoft.com/office/officeart/2005/8/layout/matrix3"/>
    <dgm:cxn modelId="{9994F069-FCA4-48A9-86AF-749219348F28}" srcId="{FBE09C96-B0A4-490B-9D5F-CA4B293159EE}" destId="{D6A0FB24-969D-4589-92DA-BDF8C6F01EFD}" srcOrd="1" destOrd="0" parTransId="{E2F551B7-AA47-4047-8B1E-5E569BBE13DE}" sibTransId="{56ED05DB-E128-4C5D-8779-35ACA3A6FB55}"/>
    <dgm:cxn modelId="{9A46394C-B3DA-4D98-968E-6225C3AD962F}" type="presOf" srcId="{FBE09C96-B0A4-490B-9D5F-CA4B293159EE}" destId="{0F6CD6CA-E614-4152-8F0A-3BE09669EF96}" srcOrd="0" destOrd="0" presId="urn:microsoft.com/office/officeart/2005/8/layout/matrix3"/>
    <dgm:cxn modelId="{D8C660EA-2C7E-407B-9DC4-574ED7A06710}" srcId="{FBE09C96-B0A4-490B-9D5F-CA4B293159EE}" destId="{EA07B58F-59FB-49FE-86DF-6A55125910CD}" srcOrd="2" destOrd="0" parTransId="{57DC028A-E7AD-432F-9EE9-EA7A571CB47E}" sibTransId="{27C1BDEC-E7F2-452A-BE07-1CD08C69E852}"/>
    <dgm:cxn modelId="{C96FC27F-EAE9-4238-89EB-0A230588510B}" type="presParOf" srcId="{0F6CD6CA-E614-4152-8F0A-3BE09669EF96}" destId="{874C5B41-AD54-47FD-A4FC-3910F9ADC46E}" srcOrd="0" destOrd="0" presId="urn:microsoft.com/office/officeart/2005/8/layout/matrix3"/>
    <dgm:cxn modelId="{7619B75D-6E2D-40D8-A567-1AA63A11978B}" type="presParOf" srcId="{0F6CD6CA-E614-4152-8F0A-3BE09669EF96}" destId="{17FC3C87-04FE-4195-AA06-607FA5985935}" srcOrd="1" destOrd="0" presId="urn:microsoft.com/office/officeart/2005/8/layout/matrix3"/>
    <dgm:cxn modelId="{42B93DBC-F087-4414-A507-35169C9A6BA5}" type="presParOf" srcId="{0F6CD6CA-E614-4152-8F0A-3BE09669EF96}" destId="{4E12119A-93A4-4344-A1FB-61A3A4CA772D}" srcOrd="2" destOrd="0" presId="urn:microsoft.com/office/officeart/2005/8/layout/matrix3"/>
    <dgm:cxn modelId="{2EC967FA-8657-4A60-9F6B-88C83CFA71FD}" type="presParOf" srcId="{0F6CD6CA-E614-4152-8F0A-3BE09669EF96}" destId="{60ACC203-8FD6-4F88-A38F-FC9BDB0E5C1F}" srcOrd="3" destOrd="0" presId="urn:microsoft.com/office/officeart/2005/8/layout/matrix3"/>
    <dgm:cxn modelId="{D88B1FA4-19D8-435F-95A0-C1C4AAC034B0}" type="presParOf" srcId="{0F6CD6CA-E614-4152-8F0A-3BE09669EF96}" destId="{94C4F992-F9B7-4C42-A57C-0EC0092E60E0}"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63ACF8-E648-4882-A9E9-685D27385AC3}">
      <dsp:nvSpPr>
        <dsp:cNvPr id="0" name=""/>
        <dsp:cNvSpPr/>
      </dsp:nvSpPr>
      <dsp:spPr>
        <a:xfrm>
          <a:off x="0" y="473"/>
          <a:ext cx="6347714" cy="110852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76AEFE-DBF7-492B-860F-B58907624725}">
      <dsp:nvSpPr>
        <dsp:cNvPr id="0" name=""/>
        <dsp:cNvSpPr/>
      </dsp:nvSpPr>
      <dsp:spPr>
        <a:xfrm>
          <a:off x="335327" y="249891"/>
          <a:ext cx="609686" cy="6096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0D393F-0940-4675-9CE1-DD42EB0DF52E}">
      <dsp:nvSpPr>
        <dsp:cNvPr id="0" name=""/>
        <dsp:cNvSpPr/>
      </dsp:nvSpPr>
      <dsp:spPr>
        <a:xfrm>
          <a:off x="1280342" y="473"/>
          <a:ext cx="5067371" cy="11085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319" tIns="117319" rIns="117319" bIns="117319" numCol="1" spcCol="1270" anchor="ctr" anchorCtr="0">
          <a:noAutofit/>
        </a:bodyPr>
        <a:lstStyle/>
        <a:p>
          <a:pPr marL="0" lvl="0" indent="0" algn="l" defTabSz="889000">
            <a:lnSpc>
              <a:spcPct val="100000"/>
            </a:lnSpc>
            <a:spcBef>
              <a:spcPct val="0"/>
            </a:spcBef>
            <a:spcAft>
              <a:spcPct val="35000"/>
            </a:spcAft>
            <a:buNone/>
          </a:pPr>
          <a:r>
            <a:rPr lang="en-US" sz="2000" kern="1200"/>
            <a:t>- Algorithms are not just code.</a:t>
          </a:r>
        </a:p>
      </dsp:txBody>
      <dsp:txXfrm>
        <a:off x="1280342" y="473"/>
        <a:ext cx="5067371" cy="1108521"/>
      </dsp:txXfrm>
    </dsp:sp>
    <dsp:sp modelId="{F888A481-A9F4-4E2A-90B5-0FE6CB47A011}">
      <dsp:nvSpPr>
        <dsp:cNvPr id="0" name=""/>
        <dsp:cNvSpPr/>
      </dsp:nvSpPr>
      <dsp:spPr>
        <a:xfrm>
          <a:off x="0" y="1386125"/>
          <a:ext cx="6347714" cy="110852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6D0AB4-579E-4A24-BF03-976CD5C290B5}">
      <dsp:nvSpPr>
        <dsp:cNvPr id="0" name=""/>
        <dsp:cNvSpPr/>
      </dsp:nvSpPr>
      <dsp:spPr>
        <a:xfrm>
          <a:off x="335327" y="1635543"/>
          <a:ext cx="609686" cy="6096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C0A87F-37EF-4336-93D7-1951FA72FC70}">
      <dsp:nvSpPr>
        <dsp:cNvPr id="0" name=""/>
        <dsp:cNvSpPr/>
      </dsp:nvSpPr>
      <dsp:spPr>
        <a:xfrm>
          <a:off x="1280342" y="1386125"/>
          <a:ext cx="5067371" cy="11085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319" tIns="117319" rIns="117319" bIns="117319" numCol="1" spcCol="1270" anchor="ctr" anchorCtr="0">
          <a:noAutofit/>
        </a:bodyPr>
        <a:lstStyle/>
        <a:p>
          <a:pPr marL="0" lvl="0" indent="0" algn="l" defTabSz="889000">
            <a:lnSpc>
              <a:spcPct val="100000"/>
            </a:lnSpc>
            <a:spcBef>
              <a:spcPct val="0"/>
            </a:spcBef>
            <a:spcAft>
              <a:spcPct val="35000"/>
            </a:spcAft>
            <a:buNone/>
          </a:pPr>
          <a:r>
            <a:rPr lang="en-US" sz="2000" kern="1200"/>
            <a:t>- Algorithms are structured ways to solve problems.</a:t>
          </a:r>
        </a:p>
      </dsp:txBody>
      <dsp:txXfrm>
        <a:off x="1280342" y="1386125"/>
        <a:ext cx="5067371" cy="1108521"/>
      </dsp:txXfrm>
    </dsp:sp>
    <dsp:sp modelId="{0824948D-910F-40F9-9CCD-95CE6C293F8E}">
      <dsp:nvSpPr>
        <dsp:cNvPr id="0" name=""/>
        <dsp:cNvSpPr/>
      </dsp:nvSpPr>
      <dsp:spPr>
        <a:xfrm>
          <a:off x="0" y="2771777"/>
          <a:ext cx="6347714" cy="110852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7AA651-3B6C-406A-BB93-FD4E4CBF1877}">
      <dsp:nvSpPr>
        <dsp:cNvPr id="0" name=""/>
        <dsp:cNvSpPr/>
      </dsp:nvSpPr>
      <dsp:spPr>
        <a:xfrm>
          <a:off x="335327" y="3021195"/>
          <a:ext cx="609686" cy="6096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92F953-880A-40AE-95F2-1EFB58161CEF}">
      <dsp:nvSpPr>
        <dsp:cNvPr id="0" name=""/>
        <dsp:cNvSpPr/>
      </dsp:nvSpPr>
      <dsp:spPr>
        <a:xfrm>
          <a:off x="1280342" y="2771777"/>
          <a:ext cx="5067371" cy="11085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319" tIns="117319" rIns="117319" bIns="117319" numCol="1" spcCol="1270" anchor="ctr" anchorCtr="0">
          <a:noAutofit/>
        </a:bodyPr>
        <a:lstStyle/>
        <a:p>
          <a:pPr marL="0" lvl="0" indent="0" algn="l" defTabSz="889000">
            <a:lnSpc>
              <a:spcPct val="100000"/>
            </a:lnSpc>
            <a:spcBef>
              <a:spcPct val="0"/>
            </a:spcBef>
            <a:spcAft>
              <a:spcPct val="35000"/>
            </a:spcAft>
            <a:buNone/>
          </a:pPr>
          <a:r>
            <a:rPr lang="en-US" sz="2000" kern="1200"/>
            <a:t>- This course focuses on designing, testing, explaining, and improving them.</a:t>
          </a:r>
        </a:p>
      </dsp:txBody>
      <dsp:txXfrm>
        <a:off x="1280342" y="2771777"/>
        <a:ext cx="5067371" cy="11085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92A04B-01CD-4EE7-B7C2-529315524663}">
      <dsp:nvSpPr>
        <dsp:cNvPr id="0" name=""/>
        <dsp:cNvSpPr/>
      </dsp:nvSpPr>
      <dsp:spPr>
        <a:xfrm>
          <a:off x="0" y="3198"/>
          <a:ext cx="7213600" cy="681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A6080A-E576-47A5-8441-2F8A8060715E}">
      <dsp:nvSpPr>
        <dsp:cNvPr id="0" name=""/>
        <dsp:cNvSpPr/>
      </dsp:nvSpPr>
      <dsp:spPr>
        <a:xfrm>
          <a:off x="206057" y="156463"/>
          <a:ext cx="374649" cy="3746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4B7F7AD-EED9-4642-BA93-6FD4FD2CC00B}">
      <dsp:nvSpPr>
        <dsp:cNvPr id="0" name=""/>
        <dsp:cNvSpPr/>
      </dsp:nvSpPr>
      <dsp:spPr>
        <a:xfrm>
          <a:off x="786764" y="3198"/>
          <a:ext cx="6426835" cy="68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92" tIns="72092" rIns="72092" bIns="72092" numCol="1" spcCol="1270" anchor="ctr" anchorCtr="0">
          <a:noAutofit/>
        </a:bodyPr>
        <a:lstStyle/>
        <a:p>
          <a:pPr marL="0" lvl="0" indent="0" algn="l" defTabSz="844550">
            <a:lnSpc>
              <a:spcPct val="90000"/>
            </a:lnSpc>
            <a:spcBef>
              <a:spcPct val="0"/>
            </a:spcBef>
            <a:spcAft>
              <a:spcPct val="35000"/>
            </a:spcAft>
            <a:buNone/>
          </a:pPr>
          <a:r>
            <a:rPr lang="en-US" sz="1900" kern="1200"/>
            <a:t>- Lecture concept</a:t>
          </a:r>
        </a:p>
      </dsp:txBody>
      <dsp:txXfrm>
        <a:off x="786764" y="3198"/>
        <a:ext cx="6426835" cy="681180"/>
      </dsp:txXfrm>
    </dsp:sp>
    <dsp:sp modelId="{E76A484C-056A-4EE8-BBB2-217FD7FAA68A}">
      <dsp:nvSpPr>
        <dsp:cNvPr id="0" name=""/>
        <dsp:cNvSpPr/>
      </dsp:nvSpPr>
      <dsp:spPr>
        <a:xfrm>
          <a:off x="0" y="854674"/>
          <a:ext cx="7213600" cy="681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8D218F-9475-471A-BAB4-9DDBCCA05392}">
      <dsp:nvSpPr>
        <dsp:cNvPr id="0" name=""/>
        <dsp:cNvSpPr/>
      </dsp:nvSpPr>
      <dsp:spPr>
        <a:xfrm>
          <a:off x="206057" y="1007939"/>
          <a:ext cx="374649" cy="3746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5976128-6DE7-42DB-8722-282C9DBE9385}">
      <dsp:nvSpPr>
        <dsp:cNvPr id="0" name=""/>
        <dsp:cNvSpPr/>
      </dsp:nvSpPr>
      <dsp:spPr>
        <a:xfrm>
          <a:off x="786764" y="854674"/>
          <a:ext cx="6426835" cy="68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92" tIns="72092" rIns="72092" bIns="72092" numCol="1" spcCol="1270" anchor="ctr" anchorCtr="0">
          <a:noAutofit/>
        </a:bodyPr>
        <a:lstStyle/>
        <a:p>
          <a:pPr marL="0" lvl="0" indent="0" algn="l" defTabSz="844550">
            <a:lnSpc>
              <a:spcPct val="90000"/>
            </a:lnSpc>
            <a:spcBef>
              <a:spcPct val="0"/>
            </a:spcBef>
            <a:spcAft>
              <a:spcPct val="35000"/>
            </a:spcAft>
            <a:buNone/>
          </a:pPr>
          <a:r>
            <a:rPr lang="en-US" sz="1900" kern="1200"/>
            <a:t>- Instructor demo</a:t>
          </a:r>
        </a:p>
      </dsp:txBody>
      <dsp:txXfrm>
        <a:off x="786764" y="854674"/>
        <a:ext cx="6426835" cy="681180"/>
      </dsp:txXfrm>
    </dsp:sp>
    <dsp:sp modelId="{15FEF489-7AFD-430D-89D9-90CE2CF21E27}">
      <dsp:nvSpPr>
        <dsp:cNvPr id="0" name=""/>
        <dsp:cNvSpPr/>
      </dsp:nvSpPr>
      <dsp:spPr>
        <a:xfrm>
          <a:off x="0" y="1706150"/>
          <a:ext cx="7213600" cy="681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1D61A3-6CE2-4E74-A143-3441AC106AA1}">
      <dsp:nvSpPr>
        <dsp:cNvPr id="0" name=""/>
        <dsp:cNvSpPr/>
      </dsp:nvSpPr>
      <dsp:spPr>
        <a:xfrm>
          <a:off x="206057" y="1859416"/>
          <a:ext cx="374649" cy="3746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888E337-73CC-4F3D-9288-494D690D1BD1}">
      <dsp:nvSpPr>
        <dsp:cNvPr id="0" name=""/>
        <dsp:cNvSpPr/>
      </dsp:nvSpPr>
      <dsp:spPr>
        <a:xfrm>
          <a:off x="786764" y="1706150"/>
          <a:ext cx="6426835" cy="68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92" tIns="72092" rIns="72092" bIns="72092" numCol="1" spcCol="1270" anchor="ctr" anchorCtr="0">
          <a:noAutofit/>
        </a:bodyPr>
        <a:lstStyle/>
        <a:p>
          <a:pPr marL="0" lvl="0" indent="0" algn="l" defTabSz="844550">
            <a:lnSpc>
              <a:spcPct val="90000"/>
            </a:lnSpc>
            <a:spcBef>
              <a:spcPct val="0"/>
            </a:spcBef>
            <a:spcAft>
              <a:spcPct val="35000"/>
            </a:spcAft>
            <a:buNone/>
          </a:pPr>
          <a:r>
            <a:rPr lang="en-US" sz="1900" kern="1200"/>
            <a:t>- Related but different lab</a:t>
          </a:r>
        </a:p>
      </dsp:txBody>
      <dsp:txXfrm>
        <a:off x="786764" y="1706150"/>
        <a:ext cx="6426835" cy="681180"/>
      </dsp:txXfrm>
    </dsp:sp>
    <dsp:sp modelId="{08C7D293-B9E3-431A-B185-3E1CC7295F87}">
      <dsp:nvSpPr>
        <dsp:cNvPr id="0" name=""/>
        <dsp:cNvSpPr/>
      </dsp:nvSpPr>
      <dsp:spPr>
        <a:xfrm>
          <a:off x="0" y="2557626"/>
          <a:ext cx="7213600" cy="681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2F5B4E-910D-4914-A5A5-65A07386FC73}">
      <dsp:nvSpPr>
        <dsp:cNvPr id="0" name=""/>
        <dsp:cNvSpPr/>
      </dsp:nvSpPr>
      <dsp:spPr>
        <a:xfrm>
          <a:off x="206057" y="2710892"/>
          <a:ext cx="374649" cy="3746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BCF2CA2-18F8-421A-8C8B-5888088E82DC}">
      <dsp:nvSpPr>
        <dsp:cNvPr id="0" name=""/>
        <dsp:cNvSpPr/>
      </dsp:nvSpPr>
      <dsp:spPr>
        <a:xfrm>
          <a:off x="786764" y="2557626"/>
          <a:ext cx="6426835" cy="68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92" tIns="72092" rIns="72092" bIns="72092" numCol="1" spcCol="1270" anchor="ctr" anchorCtr="0">
          <a:noAutofit/>
        </a:bodyPr>
        <a:lstStyle/>
        <a:p>
          <a:pPr marL="0" lvl="0" indent="0" algn="l" defTabSz="844550">
            <a:lnSpc>
              <a:spcPct val="90000"/>
            </a:lnSpc>
            <a:spcBef>
              <a:spcPct val="0"/>
            </a:spcBef>
            <a:spcAft>
              <a:spcPct val="35000"/>
            </a:spcAft>
            <a:buNone/>
          </a:pPr>
          <a:r>
            <a:rPr lang="en-US" sz="1900" kern="1200"/>
            <a:t>- Evidence and explanation</a:t>
          </a:r>
        </a:p>
      </dsp:txBody>
      <dsp:txXfrm>
        <a:off x="786764" y="2557626"/>
        <a:ext cx="6426835" cy="681180"/>
      </dsp:txXfrm>
    </dsp:sp>
    <dsp:sp modelId="{0A6A7949-A9CF-4C3B-B97C-1672767966AC}">
      <dsp:nvSpPr>
        <dsp:cNvPr id="0" name=""/>
        <dsp:cNvSpPr/>
      </dsp:nvSpPr>
      <dsp:spPr>
        <a:xfrm>
          <a:off x="0" y="3409102"/>
          <a:ext cx="7213600" cy="681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07BAD9-3031-4F57-9E6B-073B5281BADB}">
      <dsp:nvSpPr>
        <dsp:cNvPr id="0" name=""/>
        <dsp:cNvSpPr/>
      </dsp:nvSpPr>
      <dsp:spPr>
        <a:xfrm>
          <a:off x="206057" y="3562368"/>
          <a:ext cx="374649" cy="3746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C19B829-1FB0-4D29-A757-F63208127C52}">
      <dsp:nvSpPr>
        <dsp:cNvPr id="0" name=""/>
        <dsp:cNvSpPr/>
      </dsp:nvSpPr>
      <dsp:spPr>
        <a:xfrm>
          <a:off x="786764" y="3409102"/>
          <a:ext cx="6426835" cy="68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92" tIns="72092" rIns="72092" bIns="72092" numCol="1" spcCol="1270" anchor="ctr" anchorCtr="0">
          <a:noAutofit/>
        </a:bodyPr>
        <a:lstStyle/>
        <a:p>
          <a:pPr marL="0" lvl="0" indent="0" algn="l" defTabSz="844550">
            <a:lnSpc>
              <a:spcPct val="90000"/>
            </a:lnSpc>
            <a:spcBef>
              <a:spcPct val="0"/>
            </a:spcBef>
            <a:spcAft>
              <a:spcPct val="35000"/>
            </a:spcAft>
            <a:buNone/>
          </a:pPr>
          <a:r>
            <a:rPr lang="en-US" sz="1900" kern="1200"/>
            <a:t>- Responsible AI use</a:t>
          </a:r>
        </a:p>
      </dsp:txBody>
      <dsp:txXfrm>
        <a:off x="786764" y="3409102"/>
        <a:ext cx="6426835" cy="6811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635E6C-9604-47DD-8FF7-ABA40A7EE5A0}">
      <dsp:nvSpPr>
        <dsp:cNvPr id="0" name=""/>
        <dsp:cNvSpPr/>
      </dsp:nvSpPr>
      <dsp:spPr>
        <a:xfrm>
          <a:off x="0" y="3768"/>
          <a:ext cx="5019610" cy="8026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1209BE-FFBC-437F-874D-B582C0FAE05A}">
      <dsp:nvSpPr>
        <dsp:cNvPr id="0" name=""/>
        <dsp:cNvSpPr/>
      </dsp:nvSpPr>
      <dsp:spPr>
        <a:xfrm>
          <a:off x="242789" y="184355"/>
          <a:ext cx="441434" cy="4414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2B3258D-959E-4A3E-AE68-4FC99A273F18}">
      <dsp:nvSpPr>
        <dsp:cNvPr id="0" name=""/>
        <dsp:cNvSpPr/>
      </dsp:nvSpPr>
      <dsp:spPr>
        <a:xfrm>
          <a:off x="927013" y="3768"/>
          <a:ext cx="4092596" cy="802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43" tIns="84943" rIns="84943" bIns="84943" numCol="1" spcCol="1270" anchor="ctr" anchorCtr="0">
          <a:noAutofit/>
        </a:bodyPr>
        <a:lstStyle/>
        <a:p>
          <a:pPr marL="0" lvl="0" indent="0" algn="l" defTabSz="844550">
            <a:lnSpc>
              <a:spcPct val="90000"/>
            </a:lnSpc>
            <a:spcBef>
              <a:spcPct val="0"/>
            </a:spcBef>
            <a:spcAft>
              <a:spcPct val="35000"/>
            </a:spcAft>
            <a:buNone/>
          </a:pPr>
          <a:r>
            <a:rPr lang="en-US" sz="1900" kern="1200" dirty="0"/>
            <a:t>name the inputs and outputs</a:t>
          </a:r>
        </a:p>
      </dsp:txBody>
      <dsp:txXfrm>
        <a:off x="927013" y="3768"/>
        <a:ext cx="4092596" cy="802608"/>
      </dsp:txXfrm>
    </dsp:sp>
    <dsp:sp modelId="{6F0F1236-5A24-49CB-9A9F-99AAEFE9919E}">
      <dsp:nvSpPr>
        <dsp:cNvPr id="0" name=""/>
        <dsp:cNvSpPr/>
      </dsp:nvSpPr>
      <dsp:spPr>
        <a:xfrm>
          <a:off x="0" y="1007029"/>
          <a:ext cx="5019610" cy="8026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21A322-543A-464E-8365-E7474DB7559A}">
      <dsp:nvSpPr>
        <dsp:cNvPr id="0" name=""/>
        <dsp:cNvSpPr/>
      </dsp:nvSpPr>
      <dsp:spPr>
        <a:xfrm>
          <a:off x="242789" y="1187616"/>
          <a:ext cx="441434" cy="4414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46BEEB4-D5C9-49B1-A21D-F7DA3FA13D3C}">
      <dsp:nvSpPr>
        <dsp:cNvPr id="0" name=""/>
        <dsp:cNvSpPr/>
      </dsp:nvSpPr>
      <dsp:spPr>
        <a:xfrm>
          <a:off x="927013" y="1007029"/>
          <a:ext cx="4092596" cy="802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43" tIns="84943" rIns="84943" bIns="84943" numCol="1" spcCol="1270" anchor="ctr" anchorCtr="0">
          <a:noAutofit/>
        </a:bodyPr>
        <a:lstStyle/>
        <a:p>
          <a:pPr marL="0" lvl="0" indent="0" algn="l" defTabSz="844550">
            <a:lnSpc>
              <a:spcPct val="90000"/>
            </a:lnSpc>
            <a:spcBef>
              <a:spcPct val="0"/>
            </a:spcBef>
            <a:spcAft>
              <a:spcPct val="35000"/>
            </a:spcAft>
            <a:buNone/>
          </a:pPr>
          <a:r>
            <a:rPr lang="en-US" sz="1900" kern="1200" dirty="0"/>
            <a:t>state assumptions</a:t>
          </a:r>
        </a:p>
      </dsp:txBody>
      <dsp:txXfrm>
        <a:off x="927013" y="1007029"/>
        <a:ext cx="4092596" cy="802608"/>
      </dsp:txXfrm>
    </dsp:sp>
    <dsp:sp modelId="{C8917F24-FAA7-4F3D-AC0A-DBA37CDFFE6A}">
      <dsp:nvSpPr>
        <dsp:cNvPr id="0" name=""/>
        <dsp:cNvSpPr/>
      </dsp:nvSpPr>
      <dsp:spPr>
        <a:xfrm>
          <a:off x="0" y="2010290"/>
          <a:ext cx="5019610" cy="8026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F9A4F1-1281-4491-BF3E-C7BA649BF0C1}">
      <dsp:nvSpPr>
        <dsp:cNvPr id="0" name=""/>
        <dsp:cNvSpPr/>
      </dsp:nvSpPr>
      <dsp:spPr>
        <a:xfrm>
          <a:off x="242789" y="2190877"/>
          <a:ext cx="441434" cy="4414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F244943-F785-4F3C-BA9A-4F7C5F1ED1B0}">
      <dsp:nvSpPr>
        <dsp:cNvPr id="0" name=""/>
        <dsp:cNvSpPr/>
      </dsp:nvSpPr>
      <dsp:spPr>
        <a:xfrm>
          <a:off x="927013" y="2010290"/>
          <a:ext cx="4092596" cy="802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43" tIns="84943" rIns="84943" bIns="84943" numCol="1" spcCol="1270" anchor="ctr" anchorCtr="0">
          <a:noAutofit/>
        </a:bodyPr>
        <a:lstStyle/>
        <a:p>
          <a:pPr marL="0" lvl="0" indent="0" algn="l" defTabSz="844550">
            <a:lnSpc>
              <a:spcPct val="90000"/>
            </a:lnSpc>
            <a:spcBef>
              <a:spcPct val="0"/>
            </a:spcBef>
            <a:spcAft>
              <a:spcPct val="35000"/>
            </a:spcAft>
            <a:buNone/>
          </a:pPr>
          <a:r>
            <a:rPr lang="en-US" sz="1900" kern="1200" dirty="0"/>
            <a:t>write precise steps</a:t>
          </a:r>
        </a:p>
      </dsp:txBody>
      <dsp:txXfrm>
        <a:off x="927013" y="2010290"/>
        <a:ext cx="4092596" cy="802608"/>
      </dsp:txXfrm>
    </dsp:sp>
    <dsp:sp modelId="{59096BEA-B7EF-43A1-83B5-5F4D06E6F270}">
      <dsp:nvSpPr>
        <dsp:cNvPr id="0" name=""/>
        <dsp:cNvSpPr/>
      </dsp:nvSpPr>
      <dsp:spPr>
        <a:xfrm>
          <a:off x="0" y="3013551"/>
          <a:ext cx="5019610" cy="8026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4FF926-F889-4872-8B2D-DD61A0D9B14A}">
      <dsp:nvSpPr>
        <dsp:cNvPr id="0" name=""/>
        <dsp:cNvSpPr/>
      </dsp:nvSpPr>
      <dsp:spPr>
        <a:xfrm>
          <a:off x="242789" y="3194138"/>
          <a:ext cx="441434" cy="4414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B65CF33-C460-43EC-BDE3-694AC8FC4F86}">
      <dsp:nvSpPr>
        <dsp:cNvPr id="0" name=""/>
        <dsp:cNvSpPr/>
      </dsp:nvSpPr>
      <dsp:spPr>
        <a:xfrm>
          <a:off x="927013" y="3013551"/>
          <a:ext cx="4092596" cy="802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43" tIns="84943" rIns="84943" bIns="84943" numCol="1" spcCol="1270" anchor="ctr" anchorCtr="0">
          <a:noAutofit/>
        </a:bodyPr>
        <a:lstStyle/>
        <a:p>
          <a:pPr marL="0" lvl="0" indent="0" algn="l" defTabSz="844550">
            <a:lnSpc>
              <a:spcPct val="90000"/>
            </a:lnSpc>
            <a:spcBef>
              <a:spcPct val="0"/>
            </a:spcBef>
            <a:spcAft>
              <a:spcPct val="35000"/>
            </a:spcAft>
            <a:buNone/>
          </a:pPr>
          <a:r>
            <a:rPr lang="en-US" sz="1900" kern="1200" dirty="0"/>
            <a:t>test normal and edge cases</a:t>
          </a:r>
        </a:p>
      </dsp:txBody>
      <dsp:txXfrm>
        <a:off x="927013" y="3013551"/>
        <a:ext cx="4092596" cy="802608"/>
      </dsp:txXfrm>
    </dsp:sp>
    <dsp:sp modelId="{D38D0B81-A0B5-436F-9F30-809C43CB5E87}">
      <dsp:nvSpPr>
        <dsp:cNvPr id="0" name=""/>
        <dsp:cNvSpPr/>
      </dsp:nvSpPr>
      <dsp:spPr>
        <a:xfrm>
          <a:off x="0" y="4016812"/>
          <a:ext cx="5019610" cy="8026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218B90-2B52-431F-86FF-E2170465B46A}">
      <dsp:nvSpPr>
        <dsp:cNvPr id="0" name=""/>
        <dsp:cNvSpPr/>
      </dsp:nvSpPr>
      <dsp:spPr>
        <a:xfrm>
          <a:off x="242789" y="4197399"/>
          <a:ext cx="441434" cy="4414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D18FF24-B86B-4BA3-97A4-31FBAC4FAA69}">
      <dsp:nvSpPr>
        <dsp:cNvPr id="0" name=""/>
        <dsp:cNvSpPr/>
      </dsp:nvSpPr>
      <dsp:spPr>
        <a:xfrm>
          <a:off x="927013" y="4016812"/>
          <a:ext cx="4092596" cy="802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43" tIns="84943" rIns="84943" bIns="84943" numCol="1" spcCol="1270" anchor="ctr" anchorCtr="0">
          <a:noAutofit/>
        </a:bodyPr>
        <a:lstStyle/>
        <a:p>
          <a:pPr marL="0" lvl="0" indent="0" algn="l" defTabSz="844550">
            <a:lnSpc>
              <a:spcPct val="90000"/>
            </a:lnSpc>
            <a:spcBef>
              <a:spcPct val="0"/>
            </a:spcBef>
            <a:spcAft>
              <a:spcPct val="35000"/>
            </a:spcAft>
            <a:buNone/>
          </a:pPr>
          <a:r>
            <a:rPr lang="en-US" sz="1900" kern="1200" dirty="0"/>
            <a:t>revise when evidence exposes ambiguity</a:t>
          </a:r>
        </a:p>
      </dsp:txBody>
      <dsp:txXfrm>
        <a:off x="927013" y="4016812"/>
        <a:ext cx="4092596" cy="80260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4C5B41-AD54-47FD-A4FC-3910F9ADC46E}">
      <dsp:nvSpPr>
        <dsp:cNvPr id="0" name=""/>
        <dsp:cNvSpPr/>
      </dsp:nvSpPr>
      <dsp:spPr>
        <a:xfrm>
          <a:off x="1282898" y="0"/>
          <a:ext cx="3881437" cy="3881437"/>
        </a:xfrm>
        <a:prstGeom prst="diamond">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FC3C87-04FE-4195-AA06-607FA5985935}">
      <dsp:nvSpPr>
        <dsp:cNvPr id="0" name=""/>
        <dsp:cNvSpPr/>
      </dsp:nvSpPr>
      <dsp:spPr>
        <a:xfrm>
          <a:off x="1651635" y="368736"/>
          <a:ext cx="1513760" cy="1513760"/>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What information do I start with?</a:t>
          </a:r>
        </a:p>
      </dsp:txBody>
      <dsp:txXfrm>
        <a:off x="1725531" y="442632"/>
        <a:ext cx="1365968" cy="1365968"/>
      </dsp:txXfrm>
    </dsp:sp>
    <dsp:sp modelId="{4E12119A-93A4-4344-A1FB-61A3A4CA772D}">
      <dsp:nvSpPr>
        <dsp:cNvPr id="0" name=""/>
        <dsp:cNvSpPr/>
      </dsp:nvSpPr>
      <dsp:spPr>
        <a:xfrm>
          <a:off x="3281838" y="368736"/>
          <a:ext cx="1513760" cy="1513760"/>
        </a:xfrm>
        <a:prstGeom prst="roundRect">
          <a:avLst/>
        </a:prstGeom>
        <a:solidFill>
          <a:schemeClr val="accent5">
            <a:hueOff val="-3298743"/>
            <a:satOff val="11981"/>
            <a:lumOff val="111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What steps do I follow?</a:t>
          </a:r>
        </a:p>
      </dsp:txBody>
      <dsp:txXfrm>
        <a:off x="3355734" y="442632"/>
        <a:ext cx="1365968" cy="1365968"/>
      </dsp:txXfrm>
    </dsp:sp>
    <dsp:sp modelId="{60ACC203-8FD6-4F88-A38F-FC9BDB0E5C1F}">
      <dsp:nvSpPr>
        <dsp:cNvPr id="0" name=""/>
        <dsp:cNvSpPr/>
      </dsp:nvSpPr>
      <dsp:spPr>
        <a:xfrm>
          <a:off x="1651635" y="1998940"/>
          <a:ext cx="1513760" cy="1513760"/>
        </a:xfrm>
        <a:prstGeom prst="roundRect">
          <a:avLst/>
        </a:prstGeom>
        <a:solidFill>
          <a:schemeClr val="accent5">
            <a:hueOff val="-6597487"/>
            <a:satOff val="23963"/>
            <a:lumOff val="222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What result should I produce?</a:t>
          </a:r>
        </a:p>
      </dsp:txBody>
      <dsp:txXfrm>
        <a:off x="1725531" y="2072836"/>
        <a:ext cx="1365968" cy="1365968"/>
      </dsp:txXfrm>
    </dsp:sp>
    <dsp:sp modelId="{94C4F992-F9B7-4C42-A57C-0EC0092E60E0}">
      <dsp:nvSpPr>
        <dsp:cNvPr id="0" name=""/>
        <dsp:cNvSpPr/>
      </dsp:nvSpPr>
      <dsp:spPr>
        <a:xfrm>
          <a:off x="3281838" y="1998940"/>
          <a:ext cx="1513760" cy="1513760"/>
        </a:xfrm>
        <a:prstGeom prst="roundRect">
          <a:avLst/>
        </a:prstGeom>
        <a:solidFill>
          <a:schemeClr val="accent5">
            <a:hueOff val="-9896230"/>
            <a:satOff val="35944"/>
            <a:lumOff val="333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How will I know it worked?</a:t>
          </a:r>
        </a:p>
      </dsp:txBody>
      <dsp:txXfrm>
        <a:off x="3355734" y="2072836"/>
        <a:ext cx="1365968" cy="136596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382475-516A-409A-944E-F435F3DFCCF2}" type="datetimeFigureOut">
              <a:rPr lang="en-US" smtClean="0"/>
              <a:t>5/29/2026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16ACA2-47E6-42D2-BEC8-EDC49A1A9FA1}" type="slidenum">
              <a:rPr lang="en-US" smtClean="0"/>
              <a:t>‹#›</a:t>
            </a:fld>
            <a:endParaRPr lang="en-US"/>
          </a:p>
        </p:txBody>
      </p:sp>
    </p:spTree>
    <p:extLst>
      <p:ext uri="{BB962C8B-B14F-4D97-AF65-F5344CB8AC3E}">
        <p14:creationId xmlns:p14="http://schemas.microsoft.com/office/powerpoint/2010/main" val="3406224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a:t>
            </a:fld>
            <a:endParaRPr lang="en-US"/>
          </a:p>
        </p:txBody>
      </p:sp>
    </p:spTree>
    <p:extLst>
      <p:ext uri="{BB962C8B-B14F-4D97-AF65-F5344CB8AC3E}">
        <p14:creationId xmlns:p14="http://schemas.microsoft.com/office/powerpoint/2010/main" val="1759147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Heuristic Projection for AI Assisted Developer using more Advanced </a:t>
            </a:r>
            <a:r>
              <a:rPr lang="en-US" sz="1200" b="1" kern="1200" dirty="0" err="1">
                <a:solidFill>
                  <a:schemeClr val="tx1"/>
                </a:solidFill>
                <a:effectLst/>
                <a:latin typeface="+mn-lt"/>
                <a:ea typeface="+mn-ea"/>
                <a:cs typeface="+mn-cs"/>
              </a:rPr>
              <a:t>Alogorithms</a:t>
            </a:r>
            <a:r>
              <a:rPr lang="en-US" sz="1200" b="1" kern="1200" dirty="0">
                <a:solidFill>
                  <a:schemeClr val="tx1"/>
                </a:solidFill>
                <a:effectLst/>
                <a:latin typeface="+mn-lt"/>
                <a:ea typeface="+mn-ea"/>
                <a:cs typeface="+mn-cs"/>
              </a:rPr>
              <a:t>"</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Developer Level 	| Effective Use 		| Notes |</a:t>
            </a:r>
          </a:p>
          <a:p>
            <a:r>
              <a:rPr lang="en-US" sz="1200" b="0" kern="1200" dirty="0">
                <a:solidFill>
                  <a:schemeClr val="tx1"/>
                </a:solidFill>
                <a:effectLst/>
                <a:latin typeface="+mn-lt"/>
                <a:ea typeface="+mn-ea"/>
                <a:cs typeface="+mn-cs"/>
              </a:rPr>
              <a:t>| Junior Developer 	| 10-20% 		| May recognize terms, but often cannot independently apply them beyond tutorials. AI can help, but they may not know when the AI is wrong. |</a:t>
            </a:r>
          </a:p>
          <a:p>
            <a:r>
              <a:rPr lang="en-US" sz="1200" b="0" kern="1200" dirty="0">
                <a:solidFill>
                  <a:schemeClr val="tx1"/>
                </a:solidFill>
                <a:effectLst/>
                <a:latin typeface="+mn-lt"/>
                <a:ea typeface="+mn-ea"/>
                <a:cs typeface="+mn-cs"/>
              </a:rPr>
              <a:t>| Mid-Level Developer 	| 25-45% 		| Can apply selected concepts when prompted by the problem. Often uses AI to refresh Big-O, choose structures, compare strategies, or explain tradeoffs. |</a:t>
            </a:r>
          </a:p>
          <a:p>
            <a:r>
              <a:rPr lang="en-US" sz="1200" b="0" kern="1200" dirty="0">
                <a:solidFill>
                  <a:schemeClr val="tx1"/>
                </a:solidFill>
                <a:effectLst/>
                <a:latin typeface="+mn-lt"/>
                <a:ea typeface="+mn-ea"/>
                <a:cs typeface="+mn-cs"/>
              </a:rPr>
              <a:t>| Senior Developer 	| 45-70% 		| More likely to identify when advanced concepts matter, even if they do not remember formal details. Uses AI as a reasoning/reference accelerator. |</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a:t>
            </a:fld>
            <a:endParaRPr lang="en-US"/>
          </a:p>
        </p:txBody>
      </p:sp>
    </p:spTree>
    <p:extLst>
      <p:ext uri="{BB962C8B-B14F-4D97-AF65-F5344CB8AC3E}">
        <p14:creationId xmlns:p14="http://schemas.microsoft.com/office/powerpoint/2010/main" val="371392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Open by positioning the course as a bridge from "I can write Python" to "I can reason about a solution before and after I write Python."</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Make clear that this course is not abandoning coding. Instead, it slows down the thinking around the code: why this approach, why this data, why this test, and why this result should be trusted.</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**Optional Visual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Simple visual path: problem -&gt; steps -&gt; evidence -&gt; revision.</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Students may already associate algorithms with code, math, or intimidating formal notation. Start there, then broaden the word so it means a structured problem-solving process that can eventually be implemented and tested.</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a:t>
            </a:fld>
            <a:endParaRPr lang="en-US"/>
          </a:p>
        </p:txBody>
      </p:sp>
    </p:spTree>
    <p:extLst>
      <p:ext uri="{BB962C8B-B14F-4D97-AF65-F5344CB8AC3E}">
        <p14:creationId xmlns:p14="http://schemas.microsoft.com/office/powerpoint/2010/main" val="2594674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7</a:t>
            </a:fld>
            <a:endParaRPr lang="en-US"/>
          </a:p>
        </p:txBody>
      </p:sp>
    </p:spTree>
    <p:extLst>
      <p:ext uri="{BB962C8B-B14F-4D97-AF65-F5344CB8AC3E}">
        <p14:creationId xmlns:p14="http://schemas.microsoft.com/office/powerpoint/2010/main" val="374933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 </a:t>
            </a:r>
            <a:r>
              <a:rPr lang="en-US" sz="1200" b="0" kern="1200" dirty="0">
                <a:solidFill>
                  <a:schemeClr val="tx1"/>
                </a:solidFill>
                <a:effectLst/>
                <a:latin typeface="+mn-lt"/>
                <a:ea typeface="+mn-ea"/>
                <a:cs typeface="+mn-cs"/>
              </a:rPr>
              <a:t>(Use this slide to lower unnecessary anxiety without lowering expectations.)</a:t>
            </a:r>
          </a:p>
          <a:p>
            <a:r>
              <a:rPr lang="en-US" sz="1200" b="0" kern="1200" dirty="0">
                <a:solidFill>
                  <a:schemeClr val="tx1"/>
                </a:solidFill>
                <a:effectLst/>
                <a:latin typeface="+mn-lt"/>
                <a:ea typeface="+mn-ea"/>
                <a:cs typeface="+mn-cs"/>
              </a:rPr>
              <a:t>Explain that the textbook is intentionally broad and sometimes gives a fuller mathematical treatment than beginning developers need on first contact. That is not a failure by the student. The first goal is to recognize the idea, become familiar with the vocabulary and understand why the concept matters.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Say explicitly: "When you write a Python function that takes input, follows steps, and returns a result, you are already creating an algorithm. This course will help you recognize, test, explain, and improve that process."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Also explain that some textbook topics may appear before students are ready to master them fully. Later topics such as P, NP, NP-Complete, and NP-Hard are important in computer science, but the beginning developer does not need to master them to become competent at introductory algorithmic problem solving.</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**Misconception Warning:**</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Students may interpret unfamiliar formulas as proof that they are "not math people" or that they cannot learn algorithms. Reframe the formulas as one way experts compress reasoning, not the only way to begin understanding the idea.</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With that textbook posture in mind, today we will start with the developer version of algorithmic thinking: turning a vague instruction into a testable process.</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8</a:t>
            </a:fld>
            <a:endParaRPr lang="en-US"/>
          </a:p>
        </p:txBody>
      </p:sp>
    </p:spTree>
    <p:extLst>
      <p:ext uri="{BB962C8B-B14F-4D97-AF65-F5344CB8AC3E}">
        <p14:creationId xmlns:p14="http://schemas.microsoft.com/office/powerpoint/2010/main" val="1755530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Explain the repeated course rhythm. Emphasize that the demo will be similar to the lab but not the same.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demo is a teaching example. The lab is a transfer task. Students should look for the pattern from the demo, then apply that pattern to a different scenario instead of copying the demo's exact rules.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That pattern starts today with a small decision algorithm because decision rules are easy to understand but still reveal ambiguity, assumptions, and edge cases.</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9</a:t>
            </a:fld>
            <a:endParaRPr lang="en-US"/>
          </a:p>
        </p:txBody>
      </p:sp>
    </p:spTree>
    <p:extLst>
      <p:ext uri="{BB962C8B-B14F-4D97-AF65-F5344CB8AC3E}">
        <p14:creationId xmlns:p14="http://schemas.microsoft.com/office/powerpoint/2010/main" val="4015783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the anchor question for the entire lesson. Keep returning to it during the demo and lab bridge.</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Explain that "testable" means another person can follow the rule, predict an expected result, run or simulate the process, and compare the actual result to the expected one.</a:t>
            </a:r>
          </a:p>
          <a:p>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Most everyday instructions feel clear to the person who wrote them. The problem appears when another person or a computer has to follow those instructions without sharing the hidden context.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10</a:t>
            </a:fld>
            <a:endParaRPr lang="en-US"/>
          </a:p>
        </p:txBody>
      </p:sp>
    </p:spTree>
    <p:extLst>
      <p:ext uri="{BB962C8B-B14F-4D97-AF65-F5344CB8AC3E}">
        <p14:creationId xmlns:p14="http://schemas.microsoft.com/office/powerpoint/2010/main" val="143017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slide makes the success target concrete and lowers anxiety. It also sets up the Lab 01 grading emphasis.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Mention that the first week is not about clever code. It is about making a small solution precise enough that it can be reviewed, tested, and improved.</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r>
              <a:rPr lang="en-US" sz="1200" b="0" kern="1200" dirty="0">
                <a:solidFill>
                  <a:schemeClr val="tx1"/>
                </a:solidFill>
                <a:effectLst/>
                <a:latin typeface="+mn-lt"/>
                <a:ea typeface="+mn-ea"/>
                <a:cs typeface="+mn-cs"/>
              </a:rPr>
              <a:t>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assigned reading gives vocabulary for this work. The lecture will use those terms, but it will also translate them into small examples students can apply in Lab 01.</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11</a:t>
            </a:fld>
            <a:endParaRPr lang="en-US"/>
          </a:p>
        </p:txBody>
      </p:sp>
    </p:spTree>
    <p:extLst>
      <p:ext uri="{BB962C8B-B14F-4D97-AF65-F5344CB8AC3E}">
        <p14:creationId xmlns:p14="http://schemas.microsoft.com/office/powerpoint/2010/main" val="13983021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the course phrase explicitly: "An algorithm does not have to look mathematical to be real."</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Then add the working standard for the course: it must be clear, repeatable, testable, explainable, and implementable. This definition is intentionally practical because students will use it in labs.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Once students understand what an algorithm is, the next question is how an algorithm is developed. The reading separates that work into design and coding.</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12</a:t>
            </a:fld>
            <a:endParaRPr lang="en-US"/>
          </a:p>
        </p:txBody>
      </p:sp>
    </p:spTree>
    <p:extLst>
      <p:ext uri="{BB962C8B-B14F-4D97-AF65-F5344CB8AC3E}">
        <p14:creationId xmlns:p14="http://schemas.microsoft.com/office/powerpoint/2010/main" val="532020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439AD-78AB-0778-505F-4707025A74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705BC2-BC84-9FA7-33C4-CC80CAFF5B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C08FC-D966-6047-0753-82F46129A2A2}"/>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1" i="1" kern="1200" dirty="0">
                <a:solidFill>
                  <a:schemeClr val="tx1"/>
                </a:solidFill>
                <a:effectLst/>
                <a:latin typeface="+mn-lt"/>
                <a:ea typeface="+mn-ea"/>
                <a:cs typeface="+mn-cs"/>
              </a:rPr>
              <a:t>(Do not overstate the separation.) </a:t>
            </a:r>
            <a:r>
              <a:rPr lang="en-US" sz="1200" b="0" kern="1200" dirty="0">
                <a:solidFill>
                  <a:schemeClr val="tx1"/>
                </a:solidFill>
                <a:effectLst/>
                <a:latin typeface="+mn-lt"/>
                <a:ea typeface="+mn-ea"/>
                <a:cs typeface="+mn-cs"/>
              </a:rPr>
              <a:t>In real work, design and coding can loop. The teaching point is that design questions should be visible before students race</a:t>
            </a:r>
          </a:p>
          <a:p>
            <a:r>
              <a:rPr lang="en-US" sz="1200" b="0" kern="1200" dirty="0">
                <a:solidFill>
                  <a:schemeClr val="tx1"/>
                </a:solidFill>
                <a:effectLst/>
                <a:latin typeface="+mn-lt"/>
                <a:ea typeface="+mn-ea"/>
                <a:cs typeface="+mn-cs"/>
              </a:rPr>
              <a:t>into code.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Give a simple example: before writing a function that recommends "bring charger," we should decide what counts as low battery and long time on campus.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Design is where we decide what the algorithm is supposed to do and how we will know whether it did it correctly.</a:t>
            </a:r>
          </a:p>
          <a:p>
            <a:endParaRPr lang="en-US" dirty="0"/>
          </a:p>
        </p:txBody>
      </p:sp>
      <p:sp>
        <p:nvSpPr>
          <p:cNvPr id="4" name="Slide Number Placeholder 3">
            <a:extLst>
              <a:ext uri="{FF2B5EF4-FFF2-40B4-BE49-F238E27FC236}">
                <a16:creationId xmlns:a16="http://schemas.microsoft.com/office/drawing/2014/main" id="{C835A702-97A1-E88F-EBF7-B36C53BB4098}"/>
              </a:ext>
            </a:extLst>
          </p:cNvPr>
          <p:cNvSpPr>
            <a:spLocks noGrp="1"/>
          </p:cNvSpPr>
          <p:nvPr>
            <p:ph type="sldNum" sz="quarter" idx="5"/>
          </p:nvPr>
        </p:nvSpPr>
        <p:spPr/>
        <p:txBody>
          <a:bodyPr/>
          <a:lstStyle/>
          <a:p>
            <a:fld id="{1916ACA2-47E6-42D2-BEC8-EDC49A1A9FA1}" type="slidenum">
              <a:rPr lang="en-US" smtClean="0"/>
              <a:t>13</a:t>
            </a:fld>
            <a:endParaRPr lang="en-US"/>
          </a:p>
        </p:txBody>
      </p:sp>
    </p:spTree>
    <p:extLst>
      <p:ext uri="{BB962C8B-B14F-4D97-AF65-F5344CB8AC3E}">
        <p14:creationId xmlns:p14="http://schemas.microsoft.com/office/powerpoint/2010/main" val="37197506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56859-FF68-44EC-6CD9-0C5116744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49A431-E987-96F1-AB64-C28FE97DF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2DE931-97AF-8E61-7E3F-BE41EE94959F}"/>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Keep this introductory. Week 1 does not need full software requirements theory. Students only need the difference between "what it does" and "how well it behaves."</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Use a quick example: a functional requirement might be "return approved, denied, or needs review." A non-functional requirement might be "the decision should be easy to explain" or "the approach should still work when there are many records."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Those requirements lead to three design questions we will keep using in the course: expected result, reasonable approach, and larger-data behavior.</a:t>
            </a:r>
          </a:p>
          <a:p>
            <a:endParaRPr lang="en-US" dirty="0"/>
          </a:p>
        </p:txBody>
      </p:sp>
      <p:sp>
        <p:nvSpPr>
          <p:cNvPr id="4" name="Slide Number Placeholder 3">
            <a:extLst>
              <a:ext uri="{FF2B5EF4-FFF2-40B4-BE49-F238E27FC236}">
                <a16:creationId xmlns:a16="http://schemas.microsoft.com/office/drawing/2014/main" id="{E5208FA8-D139-FE43-98E7-182913BFA380}"/>
              </a:ext>
            </a:extLst>
          </p:cNvPr>
          <p:cNvSpPr>
            <a:spLocks noGrp="1"/>
          </p:cNvSpPr>
          <p:nvPr>
            <p:ph type="sldNum" sz="quarter" idx="5"/>
          </p:nvPr>
        </p:nvSpPr>
        <p:spPr/>
        <p:txBody>
          <a:bodyPr/>
          <a:lstStyle/>
          <a:p>
            <a:fld id="{1916ACA2-47E6-42D2-BEC8-EDC49A1A9FA1}" type="slidenum">
              <a:rPr lang="en-US" smtClean="0"/>
              <a:t>14</a:t>
            </a:fld>
            <a:endParaRPr lang="en-US"/>
          </a:p>
        </p:txBody>
      </p:sp>
    </p:spTree>
    <p:extLst>
      <p:ext uri="{BB962C8B-B14F-4D97-AF65-F5344CB8AC3E}">
        <p14:creationId xmlns:p14="http://schemas.microsoft.com/office/powerpoint/2010/main" val="7240411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D32DD-6995-1978-1012-5E8B084DC0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A97E91-57C7-B40C-A479-C09AAAC852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726DA2-D0B3-2A7C-6F80-B17D4BE50553}"/>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these three as the Week 1 version of correctness, approach fit, and scale.</a:t>
            </a:r>
          </a:p>
          <a:p>
            <a:endParaRPr lang="en-US" sz="1200" b="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(Formal Big-O comes later. - Do </a:t>
            </a:r>
            <a:r>
              <a:rPr lang="en-US" sz="1200" b="1" i="1" kern="1200" dirty="0">
                <a:solidFill>
                  <a:schemeClr val="tx1"/>
                </a:solidFill>
                <a:effectLst/>
                <a:latin typeface="+mn-lt"/>
                <a:ea typeface="+mn-ea"/>
                <a:cs typeface="+mn-cs"/>
              </a:rPr>
              <a:t>not</a:t>
            </a:r>
            <a:r>
              <a:rPr lang="en-US" sz="1200" b="0" i="1" kern="1200" dirty="0">
                <a:solidFill>
                  <a:schemeClr val="tx1"/>
                </a:solidFill>
                <a:effectLst/>
                <a:latin typeface="+mn-lt"/>
                <a:ea typeface="+mn-ea"/>
                <a:cs typeface="+mn-cs"/>
              </a:rPr>
              <a:t> introduce formal notation here.)</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goal is to plant the questions so Week 2's growth and Big-O discussion has somewhere to attach.</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move from: … the reading summary … into the course's working definition of an algorithm: a procedure that starts with information, follows steps, produces a result, and can be checked.</a:t>
            </a:r>
          </a:p>
          <a:p>
            <a:endParaRPr lang="en-US" sz="1200" b="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FC409FDE-1585-5F09-87AC-4F88EFC03491}"/>
              </a:ext>
            </a:extLst>
          </p:cNvPr>
          <p:cNvSpPr>
            <a:spLocks noGrp="1"/>
          </p:cNvSpPr>
          <p:nvPr>
            <p:ph type="sldNum" sz="quarter" idx="5"/>
          </p:nvPr>
        </p:nvSpPr>
        <p:spPr/>
        <p:txBody>
          <a:bodyPr/>
          <a:lstStyle/>
          <a:p>
            <a:fld id="{1916ACA2-47E6-42D2-BEC8-EDC49A1A9FA1}" type="slidenum">
              <a:rPr lang="en-US" smtClean="0"/>
              <a:t>15</a:t>
            </a:fld>
            <a:endParaRPr lang="en-US"/>
          </a:p>
        </p:txBody>
      </p:sp>
    </p:spTree>
    <p:extLst>
      <p:ext uri="{BB962C8B-B14F-4D97-AF65-F5344CB8AC3E}">
        <p14:creationId xmlns:p14="http://schemas.microsoft.com/office/powerpoint/2010/main" val="29867934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Ask students for one everyday process that has steps.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If they hesitate, offer examples such as deciding what to wear, calculating a tip, choosing a route, or prioritizing a task</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Then ask them to identify the starting information and final decision for that example. The goal is to help them see that algorithmic thinking can begin with ordinary decision processes before it becomes code.</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Once we can describe the process, we can represent that same process in more than one form. The representation changes, but the underlying reasoning should stay the same.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16</a:t>
            </a:fld>
            <a:endParaRPr lang="en-US"/>
          </a:p>
        </p:txBody>
      </p:sp>
    </p:spTree>
    <p:extLst>
      <p:ext uri="{BB962C8B-B14F-4D97-AF65-F5344CB8AC3E}">
        <p14:creationId xmlns:p14="http://schemas.microsoft.com/office/powerpoint/2010/main" val="30761581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816E1E9-1B50-BC39-BE3A-AFDDF27CC4C7}"/>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128593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42DEB143-89C9-076B-466C-73BE156FD58B}"/>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15984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3A015F4D-DE23-F2FC-1853-93512C13AB1B}"/>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2557367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816E11E5-B722-B4E0-8233-E8E58F314BD6}"/>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999211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CADA43D-D69A-D7AE-81F9-ED5E4E7A18A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328912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5416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6" name="Picture 5">
            <a:extLst>
              <a:ext uri="{FF2B5EF4-FFF2-40B4-BE49-F238E27FC236}">
                <a16:creationId xmlns:a16="http://schemas.microsoft.com/office/drawing/2014/main" id="{4AA1305F-50C0-9117-EE66-5430C74994B7}"/>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914414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6914F403-DB38-13CA-CC40-CAE2A088327D}"/>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4241244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91B8750C-22DC-D652-EE9D-9D81650FC9D5}"/>
              </a:ext>
            </a:extLst>
          </p:cNvPr>
          <p:cNvPicPr>
            <a:picLocks noChangeAspect="1"/>
          </p:cNvPicPr>
          <p:nvPr userDrawn="1"/>
        </p:nvPicPr>
        <p:blipFill>
          <a:blip r:embed="rId2"/>
          <a:stretch>
            <a:fillRect/>
          </a:stretch>
        </p:blipFill>
        <p:spPr>
          <a:xfrm>
            <a:off x="6238240" y="185696"/>
            <a:ext cx="726014" cy="319446"/>
          </a:xfrm>
          <a:prstGeom prst="rect">
            <a:avLst/>
          </a:prstGeom>
        </p:spPr>
      </p:pic>
    </p:spTree>
    <p:extLst>
      <p:ext uri="{BB962C8B-B14F-4D97-AF65-F5344CB8AC3E}">
        <p14:creationId xmlns:p14="http://schemas.microsoft.com/office/powerpoint/2010/main" val="2316369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7419628F-1787-26D4-A797-33B21045805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9235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8" name="Picture 7">
            <a:extLst>
              <a:ext uri="{FF2B5EF4-FFF2-40B4-BE49-F238E27FC236}">
                <a16:creationId xmlns:a16="http://schemas.microsoft.com/office/drawing/2014/main" id="{8C05115D-2B3B-A0F2-8B96-FF372AE7620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586779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E69252F8-DFBE-EC79-0D43-E7702CC2845C}"/>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19079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7" name="Picture 6">
            <a:extLst>
              <a:ext uri="{FF2B5EF4-FFF2-40B4-BE49-F238E27FC236}">
                <a16:creationId xmlns:a16="http://schemas.microsoft.com/office/drawing/2014/main" id="{4A252413-6471-13E8-59E6-F7EEDC0F07B7}"/>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777894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10449300-3D10-A0CB-2DB5-98F274AC663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7491223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DBAFCF80-E27A-06C5-A850-78E5A5D2C2BD}"/>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0049507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1973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cxnSp>
          <p:nvCxnSpPr>
            <p:cNvPr id="7" name="Straight Connector 6"/>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Freeform 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5/29/2026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4359453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97F88-6791-2CCC-FDDE-DEB157237E3D}"/>
              </a:ext>
            </a:extLst>
          </p:cNvPr>
          <p:cNvSpPr>
            <a:spLocks noGrp="1"/>
          </p:cNvSpPr>
          <p:nvPr>
            <p:ph type="ctrTitle"/>
          </p:nvPr>
        </p:nvSpPr>
        <p:spPr/>
        <p:txBody>
          <a:bodyPr/>
          <a:lstStyle/>
          <a:p>
            <a:r>
              <a:rPr lang="en-US" dirty="0"/>
              <a:t>Introduction To Algorithms</a:t>
            </a:r>
          </a:p>
        </p:txBody>
      </p:sp>
      <p:sp>
        <p:nvSpPr>
          <p:cNvPr id="3" name="Subtitle 2">
            <a:extLst>
              <a:ext uri="{FF2B5EF4-FFF2-40B4-BE49-F238E27FC236}">
                <a16:creationId xmlns:a16="http://schemas.microsoft.com/office/drawing/2014/main" id="{33F15B13-1D93-97F4-3DBC-B06CC6F12095}"/>
              </a:ext>
            </a:extLst>
          </p:cNvPr>
          <p:cNvSpPr>
            <a:spLocks noGrp="1"/>
          </p:cNvSpPr>
          <p:nvPr>
            <p:ph type="subTitle" idx="1"/>
          </p:nvPr>
        </p:nvSpPr>
        <p:spPr/>
        <p:txBody>
          <a:bodyPr/>
          <a:lstStyle/>
          <a:p>
            <a:r>
              <a:rPr lang="en-US" dirty="0"/>
              <a:t>Week 1 – Algorithms, Precision, and Correctness:</a:t>
            </a:r>
          </a:p>
          <a:p>
            <a:r>
              <a:rPr lang="en-US" i="1" dirty="0"/>
              <a:t>“From Ambiguous Instructions to Testable Algorithms”</a:t>
            </a:r>
          </a:p>
        </p:txBody>
      </p:sp>
    </p:spTree>
    <p:extLst>
      <p:ext uri="{BB962C8B-B14F-4D97-AF65-F5344CB8AC3E}">
        <p14:creationId xmlns:p14="http://schemas.microsoft.com/office/powerpoint/2010/main" val="3795026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5" name="Straight Connector 14">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5" name="Picture 4" descr="Magnifying glass and question mark">
            <a:extLst>
              <a:ext uri="{FF2B5EF4-FFF2-40B4-BE49-F238E27FC236}">
                <a16:creationId xmlns:a16="http://schemas.microsoft.com/office/drawing/2014/main" id="{24F4563C-741D-53A2-2B1F-DB51110FD4BA}"/>
              </a:ext>
            </a:extLst>
          </p:cNvPr>
          <p:cNvPicPr>
            <a:picLocks noChangeAspect="1"/>
          </p:cNvPicPr>
          <p:nvPr/>
        </p:nvPicPr>
        <p:blipFill>
          <a:blip r:embed="rId3"/>
          <a:srcRect l="30174" r="36639"/>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 name="Title 1">
            <a:extLst>
              <a:ext uri="{FF2B5EF4-FFF2-40B4-BE49-F238E27FC236}">
                <a16:creationId xmlns:a16="http://schemas.microsoft.com/office/drawing/2014/main" id="{A35965D9-F536-A4A7-4199-B87661B5DE05}"/>
              </a:ext>
            </a:extLst>
          </p:cNvPr>
          <p:cNvSpPr>
            <a:spLocks noGrp="1"/>
          </p:cNvSpPr>
          <p:nvPr>
            <p:ph type="title"/>
          </p:nvPr>
        </p:nvSpPr>
        <p:spPr>
          <a:xfrm>
            <a:off x="4035422" y="1678665"/>
            <a:ext cx="2915879" cy="1369335"/>
          </a:xfrm>
        </p:spPr>
        <p:txBody>
          <a:bodyPr vert="horz" lIns="91440" tIns="45720" rIns="91440" bIns="45720" rtlCol="0" anchor="b">
            <a:normAutofit/>
          </a:bodyPr>
          <a:lstStyle/>
          <a:p>
            <a:pPr algn="r">
              <a:lnSpc>
                <a:spcPct val="90000"/>
              </a:lnSpc>
            </a:pPr>
            <a:r>
              <a:rPr lang="en-US" sz="4200" dirty="0"/>
              <a:t>Why this is important?</a:t>
            </a:r>
          </a:p>
        </p:txBody>
      </p:sp>
      <p:sp>
        <p:nvSpPr>
          <p:cNvPr id="3" name="Content Placeholder 2">
            <a:extLst>
              <a:ext uri="{FF2B5EF4-FFF2-40B4-BE49-F238E27FC236}">
                <a16:creationId xmlns:a16="http://schemas.microsoft.com/office/drawing/2014/main" id="{1C3204EA-CD0D-28DF-A942-E9BD55E0A723}"/>
              </a:ext>
            </a:extLst>
          </p:cNvPr>
          <p:cNvSpPr>
            <a:spLocks noGrp="1"/>
          </p:cNvSpPr>
          <p:nvPr>
            <p:ph idx="1"/>
          </p:nvPr>
        </p:nvSpPr>
        <p:spPr>
          <a:xfrm>
            <a:off x="4108911" y="3496351"/>
            <a:ext cx="2920080" cy="1841967"/>
          </a:xfrm>
        </p:spPr>
        <p:txBody>
          <a:bodyPr vert="horz" lIns="91440" tIns="45720" rIns="91440" bIns="45720" rtlCol="0" anchor="t">
            <a:noAutofit/>
          </a:bodyPr>
          <a:lstStyle/>
          <a:p>
            <a:pPr marL="0" indent="0" algn="r">
              <a:buNone/>
            </a:pPr>
            <a:r>
              <a:rPr lang="en-US" sz="2800" dirty="0">
                <a:solidFill>
                  <a:schemeClr val="tx1">
                    <a:lumMod val="50000"/>
                    <a:lumOff val="50000"/>
                  </a:schemeClr>
                </a:solidFill>
              </a:rPr>
              <a:t>“Because great software starts with great reasoning!”</a:t>
            </a:r>
          </a:p>
        </p:txBody>
      </p:sp>
    </p:spTree>
    <p:extLst>
      <p:ext uri="{BB962C8B-B14F-4D97-AF65-F5344CB8AC3E}">
        <p14:creationId xmlns:p14="http://schemas.microsoft.com/office/powerpoint/2010/main" val="3499692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0DAF8575-DDD0-43E3-95E0-CF812F06AFE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31" name="Straight Connector 30">
              <a:extLst>
                <a:ext uri="{FF2B5EF4-FFF2-40B4-BE49-F238E27FC236}">
                  <a16:creationId xmlns:a16="http://schemas.microsoft.com/office/drawing/2014/main" id="{5CCA1792-C598-45A3-82EC-60F305DCB11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484F3208-0F93-4217-AB03-C74E5657299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3" name="Rectangle 23">
              <a:extLst>
                <a:ext uri="{FF2B5EF4-FFF2-40B4-BE49-F238E27FC236}">
                  <a16:creationId xmlns:a16="http://schemas.microsoft.com/office/drawing/2014/main" id="{F862CE08-0EF8-4D30-9F34-5CEF2E35C9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25">
              <a:extLst>
                <a:ext uri="{FF2B5EF4-FFF2-40B4-BE49-F238E27FC236}">
                  <a16:creationId xmlns:a16="http://schemas.microsoft.com/office/drawing/2014/main" id="{CF707B85-7DC9-4931-8C39-C2802F1FF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Isosceles Triangle 34">
              <a:extLst>
                <a:ext uri="{FF2B5EF4-FFF2-40B4-BE49-F238E27FC236}">
                  <a16:creationId xmlns:a16="http://schemas.microsoft.com/office/drawing/2014/main" id="{39409EB7-9549-43B7-9597-771D971CA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7">
              <a:extLst>
                <a:ext uri="{FF2B5EF4-FFF2-40B4-BE49-F238E27FC236}">
                  <a16:creationId xmlns:a16="http://schemas.microsoft.com/office/drawing/2014/main" id="{995D6453-5D14-445F-B965-BA2F9177D0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28">
              <a:extLst>
                <a:ext uri="{FF2B5EF4-FFF2-40B4-BE49-F238E27FC236}">
                  <a16:creationId xmlns:a16="http://schemas.microsoft.com/office/drawing/2014/main" id="{562F0BDF-F752-4F9D-826C-376BA43AF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Rectangle 29">
              <a:extLst>
                <a:ext uri="{FF2B5EF4-FFF2-40B4-BE49-F238E27FC236}">
                  <a16:creationId xmlns:a16="http://schemas.microsoft.com/office/drawing/2014/main" id="{019CD532-CC2D-41A0-B2E5-1A177CC060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Isosceles Triangle 38">
              <a:extLst>
                <a:ext uri="{FF2B5EF4-FFF2-40B4-BE49-F238E27FC236}">
                  <a16:creationId xmlns:a16="http://schemas.microsoft.com/office/drawing/2014/main" id="{751829B1-B54D-428F-B99F-234847A0C3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Isosceles Triangle 39">
              <a:extLst>
                <a:ext uri="{FF2B5EF4-FFF2-40B4-BE49-F238E27FC236}">
                  <a16:creationId xmlns:a16="http://schemas.microsoft.com/office/drawing/2014/main" id="{C8483DED-5995-47C7-9E6E-3340224B3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2" name="Rectangle 4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45" name="Straight Connector 4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8" name="Isosceles Triangle 4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2" name="Isosceles Triangle 5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3" name="Isosceles Triangle 5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55" name="Rectangle 5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9">
            <a:extLst>
              <a:ext uri="{FF2B5EF4-FFF2-40B4-BE49-F238E27FC236}">
                <a16:creationId xmlns:a16="http://schemas.microsoft.com/office/drawing/2014/main" id="{349E825F-4B9A-39D7-7B45-468D7B350121}"/>
              </a:ext>
            </a:extLst>
          </p:cNvPr>
          <p:cNvPicPr>
            <a:picLocks noGrp="1" noChangeAspect="1"/>
          </p:cNvPicPr>
          <p:nvPr>
            <p:ph idx="1"/>
          </p:nvPr>
        </p:nvPicPr>
        <p:blipFill>
          <a:blip r:embed="rId3"/>
          <a:srcRect/>
          <a:stretch/>
        </p:blipFill>
        <p:spPr>
          <a:xfrm>
            <a:off x="688640" y="782755"/>
            <a:ext cx="7845760" cy="5237045"/>
          </a:xfrm>
          <a:prstGeom prst="rect">
            <a:avLst/>
          </a:prstGeom>
        </p:spPr>
      </p:pic>
    </p:spTree>
    <p:extLst>
      <p:ext uri="{BB962C8B-B14F-4D97-AF65-F5344CB8AC3E}">
        <p14:creationId xmlns:p14="http://schemas.microsoft.com/office/powerpoint/2010/main" val="1166676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EE4B8-54B3-8901-0ABD-81B8DCDA9946}"/>
              </a:ext>
            </a:extLst>
          </p:cNvPr>
          <p:cNvSpPr>
            <a:spLocks noGrp="1"/>
          </p:cNvSpPr>
          <p:nvPr>
            <p:ph type="title"/>
          </p:nvPr>
        </p:nvSpPr>
        <p:spPr>
          <a:xfrm>
            <a:off x="2089535" y="609600"/>
            <a:ext cx="4865966" cy="1320800"/>
          </a:xfrm>
        </p:spPr>
        <p:txBody>
          <a:bodyPr>
            <a:normAutofit/>
          </a:bodyPr>
          <a:lstStyle/>
          <a:p>
            <a:r>
              <a:rPr lang="en-US" dirty="0"/>
              <a:t>Why this course matters</a:t>
            </a:r>
          </a:p>
        </p:txBody>
      </p:sp>
      <p:pic>
        <p:nvPicPr>
          <p:cNvPr id="5" name="Picture 4" descr="Empty train">
            <a:extLst>
              <a:ext uri="{FF2B5EF4-FFF2-40B4-BE49-F238E27FC236}">
                <a16:creationId xmlns:a16="http://schemas.microsoft.com/office/drawing/2014/main" id="{F358C160-269F-963C-41B8-E4E47D3434FB}"/>
              </a:ext>
            </a:extLst>
          </p:cNvPr>
          <p:cNvPicPr>
            <a:picLocks noChangeAspect="1"/>
          </p:cNvPicPr>
          <p:nvPr/>
        </p:nvPicPr>
        <p:blipFill>
          <a:blip r:embed="rId2">
            <a:duotone>
              <a:prstClr val="black"/>
              <a:schemeClr val="tx2">
                <a:tint val="45000"/>
                <a:satMod val="400000"/>
              </a:schemeClr>
            </a:duotone>
          </a:blip>
          <a:srcRect l="38938" r="42966" b="9090"/>
          <a:stretch>
            <a:fillRect/>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8" name="Isosceles Triangle 17">
            <a:extLst>
              <a:ext uri="{FF2B5EF4-FFF2-40B4-BE49-F238E27FC236}">
                <a16:creationId xmlns:a16="http://schemas.microsoft.com/office/drawing/2014/main" id="{58CB4BA4-5207-43FB-9FA5-62223EF71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Content Placeholder 2">
            <a:extLst>
              <a:ext uri="{FF2B5EF4-FFF2-40B4-BE49-F238E27FC236}">
                <a16:creationId xmlns:a16="http://schemas.microsoft.com/office/drawing/2014/main" id="{91BD8709-4698-D676-9380-0C27D12975AE}"/>
              </a:ext>
            </a:extLst>
          </p:cNvPr>
          <p:cNvSpPr>
            <a:spLocks noGrp="1"/>
          </p:cNvSpPr>
          <p:nvPr>
            <p:ph idx="1"/>
          </p:nvPr>
        </p:nvSpPr>
        <p:spPr>
          <a:xfrm>
            <a:off x="2089535" y="2160589"/>
            <a:ext cx="4865966" cy="3880773"/>
          </a:xfrm>
        </p:spPr>
        <p:txBody>
          <a:bodyPr>
            <a:normAutofit/>
          </a:bodyPr>
          <a:lstStyle/>
          <a:p>
            <a:pPr marL="0" indent="0">
              <a:buNone/>
            </a:pPr>
            <a:r>
              <a:rPr lang="en-US" dirty="0"/>
              <a:t>Many junior developers can say:</a:t>
            </a:r>
          </a:p>
          <a:p>
            <a:r>
              <a:rPr lang="en-US" dirty="0"/>
              <a:t>"I made it work."</a:t>
            </a:r>
          </a:p>
          <a:p>
            <a:pPr marL="0" indent="0">
              <a:buNone/>
            </a:pPr>
            <a:r>
              <a:rPr lang="en-US" dirty="0"/>
              <a:t>This course trains you to say:</a:t>
            </a:r>
          </a:p>
          <a:p>
            <a:r>
              <a:rPr lang="en-US" dirty="0"/>
              <a:t>"Here is the problem I solved.</a:t>
            </a:r>
            <a:br>
              <a:rPr lang="en-US" dirty="0"/>
            </a:br>
            <a:r>
              <a:rPr lang="en-US" dirty="0"/>
              <a:t>Here are the assumptions I made.</a:t>
            </a:r>
            <a:br>
              <a:rPr lang="en-US" dirty="0"/>
            </a:br>
            <a:r>
              <a:rPr lang="en-US" dirty="0"/>
              <a:t>Here is the strategy I chose.</a:t>
            </a:r>
            <a:br>
              <a:rPr lang="en-US" dirty="0"/>
            </a:br>
            <a:r>
              <a:rPr lang="en-US" dirty="0"/>
              <a:t>Here is the evidence that it works.</a:t>
            </a:r>
            <a:br>
              <a:rPr lang="en-US" dirty="0"/>
            </a:br>
            <a:r>
              <a:rPr lang="en-US" dirty="0"/>
              <a:t>Here is the tradeoff I accepted.</a:t>
            </a:r>
            <a:br>
              <a:rPr lang="en-US" dirty="0"/>
            </a:br>
            <a:r>
              <a:rPr lang="en-US" dirty="0"/>
              <a:t>Here is how I used AI without surrendering judgment."</a:t>
            </a:r>
          </a:p>
          <a:p>
            <a:endParaRPr lang="en-US" dirty="0"/>
          </a:p>
        </p:txBody>
      </p:sp>
    </p:spTree>
    <p:extLst>
      <p:ext uri="{BB962C8B-B14F-4D97-AF65-F5344CB8AC3E}">
        <p14:creationId xmlns:p14="http://schemas.microsoft.com/office/powerpoint/2010/main" val="369752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C1AD2-E72F-7796-291A-36CD1216022D}"/>
              </a:ext>
            </a:extLst>
          </p:cNvPr>
          <p:cNvSpPr>
            <a:spLocks noGrp="1"/>
          </p:cNvSpPr>
          <p:nvPr>
            <p:ph type="title"/>
          </p:nvPr>
        </p:nvSpPr>
        <p:spPr>
          <a:xfrm>
            <a:off x="4152550" y="609600"/>
            <a:ext cx="2802951" cy="1320800"/>
          </a:xfrm>
        </p:spPr>
        <p:txBody>
          <a:bodyPr>
            <a:normAutofit/>
          </a:bodyPr>
          <a:lstStyle/>
          <a:p>
            <a:r>
              <a:rPr lang="en-US" sz="3300"/>
              <a:t>What We Will Use Today</a:t>
            </a:r>
          </a:p>
        </p:txBody>
      </p:sp>
      <p:sp>
        <p:nvSpPr>
          <p:cNvPr id="3" name="Content Placeholder 2">
            <a:extLst>
              <a:ext uri="{FF2B5EF4-FFF2-40B4-BE49-F238E27FC236}">
                <a16:creationId xmlns:a16="http://schemas.microsoft.com/office/drawing/2014/main" id="{186EEC5C-1292-A4A2-1E2D-A19D199A8749}"/>
              </a:ext>
            </a:extLst>
          </p:cNvPr>
          <p:cNvSpPr>
            <a:spLocks noGrp="1"/>
          </p:cNvSpPr>
          <p:nvPr>
            <p:ph idx="1"/>
          </p:nvPr>
        </p:nvSpPr>
        <p:spPr>
          <a:xfrm>
            <a:off x="3907172" y="2160589"/>
            <a:ext cx="3048329" cy="3880773"/>
          </a:xfrm>
        </p:spPr>
        <p:txBody>
          <a:bodyPr>
            <a:normAutofit/>
          </a:bodyPr>
          <a:lstStyle/>
          <a:p>
            <a:r>
              <a:rPr lang="en-US" dirty="0"/>
              <a:t>definition of algorithm</a:t>
            </a:r>
          </a:p>
          <a:p>
            <a:r>
              <a:rPr lang="en-US" dirty="0"/>
              <a:t>design before coding</a:t>
            </a:r>
          </a:p>
          <a:p>
            <a:r>
              <a:rPr lang="en-US" dirty="0"/>
              <a:t>expected result</a:t>
            </a:r>
          </a:p>
          <a:p>
            <a:r>
              <a:rPr lang="en-US" dirty="0"/>
              <a:t>ambiguity and assumptions</a:t>
            </a:r>
          </a:p>
          <a:p>
            <a:r>
              <a:rPr lang="en-US" dirty="0"/>
              <a:t>test cases and edge cases</a:t>
            </a:r>
          </a:p>
          <a:p>
            <a:r>
              <a:rPr lang="en-US" dirty="0"/>
              <a:t>data and compute as early design concerns</a:t>
            </a:r>
          </a:p>
          <a:p>
            <a:endParaRPr lang="en-US" dirty="0"/>
          </a:p>
        </p:txBody>
      </p:sp>
      <p:pic>
        <p:nvPicPr>
          <p:cNvPr id="28" name="Picture 27" descr="Computer script on a screen">
            <a:extLst>
              <a:ext uri="{FF2B5EF4-FFF2-40B4-BE49-F238E27FC236}">
                <a16:creationId xmlns:a16="http://schemas.microsoft.com/office/drawing/2014/main" id="{38D50984-DDEB-A743-533E-89C11F357B8D}"/>
              </a:ext>
            </a:extLst>
          </p:cNvPr>
          <p:cNvPicPr>
            <a:picLocks noChangeAspect="1"/>
          </p:cNvPicPr>
          <p:nvPr/>
        </p:nvPicPr>
        <p:blipFill>
          <a:blip r:embed="rId2"/>
          <a:srcRect l="10422" r="50195"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32" name="Isosceles Triangle 31">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57642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FBC3A-6E33-DDF1-BE61-5271C9DFAA81}"/>
              </a:ext>
            </a:extLst>
          </p:cNvPr>
          <p:cNvSpPr>
            <a:spLocks noGrp="1"/>
          </p:cNvSpPr>
          <p:nvPr>
            <p:ph type="title"/>
          </p:nvPr>
        </p:nvSpPr>
        <p:spPr/>
        <p:txBody>
          <a:bodyPr/>
          <a:lstStyle/>
          <a:p>
            <a:r>
              <a:rPr lang="en-US" dirty="0"/>
              <a:t>Algorithmic Problem Solving</a:t>
            </a:r>
          </a:p>
        </p:txBody>
      </p:sp>
      <p:graphicFrame>
        <p:nvGraphicFramePr>
          <p:cNvPr id="6" name="Content Placeholder 2">
            <a:extLst>
              <a:ext uri="{FF2B5EF4-FFF2-40B4-BE49-F238E27FC236}">
                <a16:creationId xmlns:a16="http://schemas.microsoft.com/office/drawing/2014/main" id="{D0011121-6BB9-21DB-5B63-C7D44BBC84BE}"/>
              </a:ext>
            </a:extLst>
          </p:cNvPr>
          <p:cNvGraphicFramePr>
            <a:graphicFrameLocks noGrp="1"/>
          </p:cNvGraphicFramePr>
          <p:nvPr>
            <p:ph idx="1"/>
          </p:nvPr>
        </p:nvGraphicFramePr>
        <p:xfrm>
          <a:off x="609599" y="2160590"/>
          <a:ext cx="6347714" cy="3880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3DF8DEDA-522B-7929-0F70-C721FC00C055}"/>
              </a:ext>
            </a:extLst>
          </p:cNvPr>
          <p:cNvSpPr txBox="1"/>
          <p:nvPr/>
        </p:nvSpPr>
        <p:spPr>
          <a:xfrm>
            <a:off x="1447799" y="1237126"/>
            <a:ext cx="5509513" cy="369332"/>
          </a:xfrm>
          <a:prstGeom prst="rect">
            <a:avLst/>
          </a:prstGeom>
          <a:noFill/>
        </p:spPr>
        <p:txBody>
          <a:bodyPr wrap="square" rtlCol="0">
            <a:spAutoFit/>
          </a:bodyPr>
          <a:lstStyle/>
          <a:p>
            <a:r>
              <a:rPr lang="en-US"/>
              <a:t>problem -&gt; steps -&gt; evidence -&gt; revision.</a:t>
            </a:r>
            <a:endParaRPr lang="en-US" dirty="0"/>
          </a:p>
        </p:txBody>
      </p:sp>
    </p:spTree>
    <p:extLst>
      <p:ext uri="{BB962C8B-B14F-4D97-AF65-F5344CB8AC3E}">
        <p14:creationId xmlns:p14="http://schemas.microsoft.com/office/powerpoint/2010/main" val="3397817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D7B8F8F-4528-4480-AFA3-A006195F5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EF3D0C-6852-20C9-BE87-D0EBE466BC7A}"/>
              </a:ext>
            </a:extLst>
          </p:cNvPr>
          <p:cNvSpPr>
            <a:spLocks noGrp="1"/>
          </p:cNvSpPr>
          <p:nvPr>
            <p:ph type="title"/>
          </p:nvPr>
        </p:nvSpPr>
        <p:spPr>
          <a:xfrm>
            <a:off x="965199" y="609600"/>
            <a:ext cx="7648121" cy="1099457"/>
          </a:xfrm>
        </p:spPr>
        <p:txBody>
          <a:bodyPr>
            <a:normAutofit/>
          </a:bodyPr>
          <a:lstStyle/>
          <a:p>
            <a:r>
              <a:rPr lang="en-US" dirty="0"/>
              <a:t>Terms to Remember</a:t>
            </a:r>
          </a:p>
        </p:txBody>
      </p:sp>
      <p:sp>
        <p:nvSpPr>
          <p:cNvPr id="13" name="Isosceles Triangle 12">
            <a:extLst>
              <a:ext uri="{FF2B5EF4-FFF2-40B4-BE49-F238E27FC236}">
                <a16:creationId xmlns:a16="http://schemas.microsoft.com/office/drawing/2014/main" id="{4F8B2185-AE38-43EA-9FA9-E5378AD7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0D36BD5A-BF22-48CD-8A55-28B19177C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6" name="Content Placeholder 5">
            <a:extLst>
              <a:ext uri="{FF2B5EF4-FFF2-40B4-BE49-F238E27FC236}">
                <a16:creationId xmlns:a16="http://schemas.microsoft.com/office/drawing/2014/main" id="{F27554BC-B3B8-5E0F-2BAA-2455CB83A9CF}"/>
              </a:ext>
            </a:extLst>
          </p:cNvPr>
          <p:cNvGraphicFramePr>
            <a:graphicFrameLocks noGrp="1"/>
          </p:cNvGraphicFramePr>
          <p:nvPr>
            <p:ph idx="1"/>
            <p:extLst>
              <p:ext uri="{D42A27DB-BD31-4B8C-83A1-F6EECF244321}">
                <p14:modId xmlns:p14="http://schemas.microsoft.com/office/powerpoint/2010/main" val="715568834"/>
              </p:ext>
            </p:extLst>
          </p:nvPr>
        </p:nvGraphicFramePr>
        <p:xfrm>
          <a:off x="965199" y="2390436"/>
          <a:ext cx="7213601" cy="3209701"/>
        </p:xfrm>
        <a:graphic>
          <a:graphicData uri="http://schemas.openxmlformats.org/drawingml/2006/table">
            <a:tbl>
              <a:tblPr firstRow="1" bandRow="1">
                <a:tableStyleId>{5C22544A-7EE6-4342-B048-85BDC9FD1C3A}</a:tableStyleId>
              </a:tblPr>
              <a:tblGrid>
                <a:gridCol w="1965002">
                  <a:extLst>
                    <a:ext uri="{9D8B030D-6E8A-4147-A177-3AD203B41FA5}">
                      <a16:colId xmlns:a16="http://schemas.microsoft.com/office/drawing/2014/main" val="2834818674"/>
                    </a:ext>
                  </a:extLst>
                </a:gridCol>
                <a:gridCol w="5248599">
                  <a:extLst>
                    <a:ext uri="{9D8B030D-6E8A-4147-A177-3AD203B41FA5}">
                      <a16:colId xmlns:a16="http://schemas.microsoft.com/office/drawing/2014/main" val="2769425876"/>
                    </a:ext>
                  </a:extLst>
                </a:gridCol>
              </a:tblGrid>
              <a:tr h="334133">
                <a:tc>
                  <a:txBody>
                    <a:bodyPr/>
                    <a:lstStyle/>
                    <a:p>
                      <a:r>
                        <a:rPr lang="en-US" sz="1500"/>
                        <a:t>Term</a:t>
                      </a:r>
                    </a:p>
                  </a:txBody>
                  <a:tcPr marL="75939" marR="75939" marT="37970" marB="37970"/>
                </a:tc>
                <a:tc>
                  <a:txBody>
                    <a:bodyPr/>
                    <a:lstStyle/>
                    <a:p>
                      <a:r>
                        <a:rPr lang="en-US" sz="1500"/>
                        <a:t>Brief Meaning</a:t>
                      </a:r>
                    </a:p>
                  </a:txBody>
                  <a:tcPr marL="75939" marR="75939" marT="37970" marB="37970"/>
                </a:tc>
                <a:extLst>
                  <a:ext uri="{0D108BD9-81ED-4DB2-BD59-A6C34878D82A}">
                    <a16:rowId xmlns:a16="http://schemas.microsoft.com/office/drawing/2014/main" val="2585501838"/>
                  </a:ext>
                </a:extLst>
              </a:tr>
              <a:tr h="308820">
                <a:tc>
                  <a:txBody>
                    <a:bodyPr/>
                    <a:lstStyle/>
                    <a:p>
                      <a:r>
                        <a:rPr lang="en-US" sz="1300" b="1"/>
                        <a:t>Algorithm</a:t>
                      </a:r>
                    </a:p>
                  </a:txBody>
                  <a:tcPr marL="75939" marR="75939" marT="37970" marB="3797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a:solidFill>
                            <a:schemeClr val="dk1"/>
                          </a:solidFill>
                          <a:effectLst/>
                          <a:latin typeface="+mn-lt"/>
                          <a:ea typeface="+mn-ea"/>
                          <a:cs typeface="+mn-cs"/>
                        </a:rPr>
                        <a:t>A clear, repeatable, testable process for solving a problem</a:t>
                      </a:r>
                    </a:p>
                  </a:txBody>
                  <a:tcPr marL="75939" marR="75939" marT="37970" marB="37970"/>
                </a:tc>
                <a:extLst>
                  <a:ext uri="{0D108BD9-81ED-4DB2-BD59-A6C34878D82A}">
                    <a16:rowId xmlns:a16="http://schemas.microsoft.com/office/drawing/2014/main" val="2286987966"/>
                  </a:ext>
                </a:extLst>
              </a:tr>
              <a:tr h="308820">
                <a:tc>
                  <a:txBody>
                    <a:bodyPr/>
                    <a:lstStyle/>
                    <a:p>
                      <a:r>
                        <a:rPr lang="en-US" sz="1300" b="1"/>
                        <a:t>Design Phase</a:t>
                      </a:r>
                    </a:p>
                  </a:txBody>
                  <a:tcPr marL="75939" marR="75939" marT="37970" marB="3797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a:solidFill>
                            <a:schemeClr val="dk1"/>
                          </a:solidFill>
                          <a:effectLst/>
                          <a:latin typeface="+mn-lt"/>
                          <a:ea typeface="+mn-ea"/>
                          <a:cs typeface="+mn-cs"/>
                        </a:rPr>
                        <a:t>The planning and reasoning work before or alongside coding</a:t>
                      </a:r>
                    </a:p>
                  </a:txBody>
                  <a:tcPr marL="75939" marR="75939" marT="37970" marB="37970"/>
                </a:tc>
                <a:extLst>
                  <a:ext uri="{0D108BD9-81ED-4DB2-BD59-A6C34878D82A}">
                    <a16:rowId xmlns:a16="http://schemas.microsoft.com/office/drawing/2014/main" val="4271159523"/>
                  </a:ext>
                </a:extLst>
              </a:tr>
              <a:tr h="308820">
                <a:tc>
                  <a:txBody>
                    <a:bodyPr/>
                    <a:lstStyle/>
                    <a:p>
                      <a:r>
                        <a:rPr lang="en-US" sz="1300" b="1"/>
                        <a:t>Coding Phase</a:t>
                      </a:r>
                    </a:p>
                  </a:txBody>
                  <a:tcPr marL="75939" marR="75939" marT="37970" marB="3797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a:solidFill>
                            <a:schemeClr val="dk1"/>
                          </a:solidFill>
                          <a:effectLst/>
                          <a:latin typeface="+mn-lt"/>
                          <a:ea typeface="+mn-ea"/>
                          <a:cs typeface="+mn-cs"/>
                        </a:rPr>
                        <a:t>The implementation of the designed procedure</a:t>
                      </a:r>
                    </a:p>
                  </a:txBody>
                  <a:tcPr marL="75939" marR="75939" marT="37970" marB="37970"/>
                </a:tc>
                <a:extLst>
                  <a:ext uri="{0D108BD9-81ED-4DB2-BD59-A6C34878D82A}">
                    <a16:rowId xmlns:a16="http://schemas.microsoft.com/office/drawing/2014/main" val="3521909586"/>
                  </a:ext>
                </a:extLst>
              </a:tr>
              <a:tr h="511324">
                <a:tc>
                  <a:txBody>
                    <a:bodyPr/>
                    <a:lstStyle/>
                    <a:p>
                      <a:r>
                        <a:rPr lang="en-US" sz="1300" b="1"/>
                        <a:t>Functional Requirement</a:t>
                      </a:r>
                    </a:p>
                  </a:txBody>
                  <a:tcPr marL="75939" marR="75939" marT="37970" marB="3797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a:solidFill>
                            <a:schemeClr val="dk1"/>
                          </a:solidFill>
                          <a:effectLst/>
                          <a:latin typeface="+mn-lt"/>
                          <a:ea typeface="+mn-ea"/>
                          <a:cs typeface="+mn-cs"/>
                        </a:rPr>
                        <a:t>What the algorithm must produce or do</a:t>
                      </a:r>
                    </a:p>
                  </a:txBody>
                  <a:tcPr marL="75939" marR="75939" marT="37970" marB="37970"/>
                </a:tc>
                <a:extLst>
                  <a:ext uri="{0D108BD9-81ED-4DB2-BD59-A6C34878D82A}">
                    <a16:rowId xmlns:a16="http://schemas.microsoft.com/office/drawing/2014/main" val="1196619962"/>
                  </a:ext>
                </a:extLst>
              </a:tr>
              <a:tr h="511324">
                <a:tc>
                  <a:txBody>
                    <a:bodyPr/>
                    <a:lstStyle/>
                    <a:p>
                      <a:r>
                        <a:rPr lang="en-US" sz="1300" b="1"/>
                        <a:t>Non-functional Requirement</a:t>
                      </a:r>
                    </a:p>
                  </a:txBody>
                  <a:tcPr marL="75939" marR="75939" marT="37970" marB="3797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a:solidFill>
                            <a:schemeClr val="dk1"/>
                          </a:solidFill>
                          <a:effectLst/>
                          <a:latin typeface="+mn-lt"/>
                          <a:ea typeface="+mn-ea"/>
                          <a:cs typeface="+mn-cs"/>
                        </a:rPr>
                        <a:t>How well the algorithm should behave under constraints</a:t>
                      </a:r>
                    </a:p>
                  </a:txBody>
                  <a:tcPr marL="75939" marR="75939" marT="37970" marB="37970"/>
                </a:tc>
                <a:extLst>
                  <a:ext uri="{0D108BD9-81ED-4DB2-BD59-A6C34878D82A}">
                    <a16:rowId xmlns:a16="http://schemas.microsoft.com/office/drawing/2014/main" val="3290694328"/>
                  </a:ext>
                </a:extLst>
              </a:tr>
              <a:tr h="308820">
                <a:tc>
                  <a:txBody>
                    <a:bodyPr/>
                    <a:lstStyle/>
                    <a:p>
                      <a:r>
                        <a:rPr lang="en-US" sz="1300" b="1"/>
                        <a:t>Data-intensive</a:t>
                      </a:r>
                    </a:p>
                  </a:txBody>
                  <a:tcPr marL="75939" marR="75939" marT="37970" marB="3797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a:solidFill>
                            <a:schemeClr val="dk1"/>
                          </a:solidFill>
                          <a:effectLst/>
                          <a:latin typeface="+mn-lt"/>
                          <a:ea typeface="+mn-ea"/>
                          <a:cs typeface="+mn-cs"/>
                        </a:rPr>
                        <a:t>Work shaped mainly by the amount, speed, or variety of data</a:t>
                      </a:r>
                      <a:endParaRPr lang="en-US" sz="1300"/>
                    </a:p>
                  </a:txBody>
                  <a:tcPr marL="75939" marR="75939" marT="37970" marB="37970"/>
                </a:tc>
                <a:extLst>
                  <a:ext uri="{0D108BD9-81ED-4DB2-BD59-A6C34878D82A}">
                    <a16:rowId xmlns:a16="http://schemas.microsoft.com/office/drawing/2014/main" val="2245940545"/>
                  </a:ext>
                </a:extLst>
              </a:tr>
              <a:tr h="308820">
                <a:tc>
                  <a:txBody>
                    <a:bodyPr/>
                    <a:lstStyle/>
                    <a:p>
                      <a:r>
                        <a:rPr lang="en-US" sz="1300" b="1"/>
                        <a:t>Compute-intensive</a:t>
                      </a:r>
                    </a:p>
                  </a:txBody>
                  <a:tcPr marL="75939" marR="75939" marT="37970" marB="3797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a:solidFill>
                            <a:schemeClr val="dk1"/>
                          </a:solidFill>
                          <a:effectLst/>
                          <a:latin typeface="+mn-lt"/>
                          <a:ea typeface="+mn-ea"/>
                          <a:cs typeface="+mn-cs"/>
                        </a:rPr>
                        <a:t> Work shaped mainly by the amount of processing required</a:t>
                      </a:r>
                    </a:p>
                  </a:txBody>
                  <a:tcPr marL="75939" marR="75939" marT="37970" marB="37970"/>
                </a:tc>
                <a:extLst>
                  <a:ext uri="{0D108BD9-81ED-4DB2-BD59-A6C34878D82A}">
                    <a16:rowId xmlns:a16="http://schemas.microsoft.com/office/drawing/2014/main" val="2857803298"/>
                  </a:ext>
                </a:extLst>
              </a:tr>
              <a:tr h="308820">
                <a:tc>
                  <a:txBody>
                    <a:bodyPr/>
                    <a:lstStyle/>
                    <a:p>
                      <a:r>
                        <a:rPr lang="en-US" sz="1300" b="1"/>
                        <a:t>Edge Case</a:t>
                      </a:r>
                    </a:p>
                  </a:txBody>
                  <a:tcPr marL="75939" marR="75939" marT="37970" marB="3797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a:solidFill>
                            <a:schemeClr val="dk1"/>
                          </a:solidFill>
                          <a:effectLst/>
                          <a:latin typeface="+mn-lt"/>
                          <a:ea typeface="+mn-ea"/>
                          <a:cs typeface="+mn-cs"/>
                        </a:rPr>
                        <a:t>A boundary or unusual input that tests hidden assumptions</a:t>
                      </a:r>
                    </a:p>
                  </a:txBody>
                  <a:tcPr marL="75939" marR="75939" marT="37970" marB="37970"/>
                </a:tc>
                <a:extLst>
                  <a:ext uri="{0D108BD9-81ED-4DB2-BD59-A6C34878D82A}">
                    <a16:rowId xmlns:a16="http://schemas.microsoft.com/office/drawing/2014/main" val="3382760042"/>
                  </a:ext>
                </a:extLst>
              </a:tr>
            </a:tbl>
          </a:graphicData>
        </a:graphic>
      </p:graphicFrame>
    </p:spTree>
    <p:extLst>
      <p:ext uri="{BB962C8B-B14F-4D97-AF65-F5344CB8AC3E}">
        <p14:creationId xmlns:p14="http://schemas.microsoft.com/office/powerpoint/2010/main" val="496793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D2A16-B9E0-8D42-E404-5CFA69E8DFFB}"/>
              </a:ext>
            </a:extLst>
          </p:cNvPr>
          <p:cNvSpPr>
            <a:spLocks noGrp="1"/>
          </p:cNvSpPr>
          <p:nvPr>
            <p:ph type="title"/>
          </p:nvPr>
        </p:nvSpPr>
        <p:spPr>
          <a:xfrm>
            <a:off x="3747981" y="609600"/>
            <a:ext cx="3207519" cy="1320800"/>
          </a:xfrm>
        </p:spPr>
        <p:txBody>
          <a:bodyPr anchor="ctr">
            <a:normAutofit/>
          </a:bodyPr>
          <a:lstStyle/>
          <a:p>
            <a:r>
              <a:rPr lang="en-US"/>
              <a:t>How To Use the Textbook</a:t>
            </a:r>
            <a:endParaRPr lang="en-US" dirty="0"/>
          </a:p>
        </p:txBody>
      </p:sp>
      <p:pic>
        <p:nvPicPr>
          <p:cNvPr id="7" name="Graphic 6" descr="Books on Shelf">
            <a:extLst>
              <a:ext uri="{FF2B5EF4-FFF2-40B4-BE49-F238E27FC236}">
                <a16:creationId xmlns:a16="http://schemas.microsoft.com/office/drawing/2014/main" id="{516F235B-F0FF-F1D3-6760-4EB45421FDD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908" y="1899262"/>
            <a:ext cx="2896429" cy="2896429"/>
          </a:xfrm>
          <a:prstGeom prst="rect">
            <a:avLst/>
          </a:prstGeom>
        </p:spPr>
      </p:pic>
      <p:sp>
        <p:nvSpPr>
          <p:cNvPr id="28" name="Content Placeholder 2">
            <a:extLst>
              <a:ext uri="{FF2B5EF4-FFF2-40B4-BE49-F238E27FC236}">
                <a16:creationId xmlns:a16="http://schemas.microsoft.com/office/drawing/2014/main" id="{85E1165C-24FD-756C-D70C-4DAF770102FA}"/>
              </a:ext>
            </a:extLst>
          </p:cNvPr>
          <p:cNvSpPr>
            <a:spLocks noGrp="1"/>
          </p:cNvSpPr>
          <p:nvPr>
            <p:ph idx="1"/>
          </p:nvPr>
        </p:nvSpPr>
        <p:spPr>
          <a:xfrm>
            <a:off x="3739367" y="2160589"/>
            <a:ext cx="3213882" cy="3768573"/>
          </a:xfrm>
        </p:spPr>
        <p:txBody>
          <a:bodyPr>
            <a:normAutofit/>
          </a:bodyPr>
          <a:lstStyle/>
          <a:p>
            <a:pPr marL="0" indent="0">
              <a:lnSpc>
                <a:spcPct val="90000"/>
              </a:lnSpc>
              <a:buNone/>
            </a:pPr>
            <a:r>
              <a:rPr lang="en-US" sz="1400" i="1" dirty="0"/>
              <a:t>The textbook may look more mathematical than this course feels at first.</a:t>
            </a:r>
          </a:p>
          <a:p>
            <a:pPr marL="0" indent="0">
              <a:lnSpc>
                <a:spcPct val="90000"/>
              </a:lnSpc>
              <a:buNone/>
            </a:pPr>
            <a:r>
              <a:rPr lang="en-US" sz="1700" dirty="0"/>
              <a:t>For now:</a:t>
            </a:r>
          </a:p>
          <a:p>
            <a:pPr>
              <a:lnSpc>
                <a:spcPct val="90000"/>
              </a:lnSpc>
            </a:pPr>
            <a:r>
              <a:rPr lang="en-US" sz="1700" dirty="0"/>
              <a:t>skim for the idea</a:t>
            </a:r>
          </a:p>
          <a:p>
            <a:pPr>
              <a:lnSpc>
                <a:spcPct val="90000"/>
              </a:lnSpc>
            </a:pPr>
            <a:r>
              <a:rPr lang="en-US" sz="1700" dirty="0"/>
              <a:t>notice key terms</a:t>
            </a:r>
          </a:p>
          <a:p>
            <a:pPr>
              <a:lnSpc>
                <a:spcPct val="90000"/>
              </a:lnSpc>
            </a:pPr>
            <a:r>
              <a:rPr lang="en-US" sz="1700" dirty="0"/>
              <a:t>mark what looks unfamiliar</a:t>
            </a:r>
          </a:p>
          <a:p>
            <a:pPr>
              <a:lnSpc>
                <a:spcPct val="90000"/>
              </a:lnSpc>
            </a:pPr>
            <a:r>
              <a:rPr lang="en-US" sz="1700" dirty="0"/>
              <a:t>do not panic over every formula</a:t>
            </a:r>
          </a:p>
          <a:p>
            <a:pPr>
              <a:lnSpc>
                <a:spcPct val="90000"/>
              </a:lnSpc>
            </a:pPr>
            <a:r>
              <a:rPr lang="en-US" sz="1700" dirty="0"/>
              <a:t>connect the concept back to Python functions</a:t>
            </a:r>
          </a:p>
          <a:p>
            <a:pPr>
              <a:lnSpc>
                <a:spcPct val="90000"/>
              </a:lnSpc>
            </a:pPr>
            <a:endParaRPr lang="en-US" sz="1700" dirty="0"/>
          </a:p>
        </p:txBody>
      </p:sp>
    </p:spTree>
    <p:extLst>
      <p:ext uri="{BB962C8B-B14F-4D97-AF65-F5344CB8AC3E}">
        <p14:creationId xmlns:p14="http://schemas.microsoft.com/office/powerpoint/2010/main" val="660845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7B8F8F-4528-4480-AFA3-A006195F5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BC150E-2DE4-C93F-656C-BC49E2280FBF}"/>
              </a:ext>
            </a:extLst>
          </p:cNvPr>
          <p:cNvSpPr>
            <a:spLocks noGrp="1"/>
          </p:cNvSpPr>
          <p:nvPr>
            <p:ph type="title"/>
          </p:nvPr>
        </p:nvSpPr>
        <p:spPr>
          <a:xfrm>
            <a:off x="965199" y="609600"/>
            <a:ext cx="7648121" cy="1099457"/>
          </a:xfrm>
        </p:spPr>
        <p:txBody>
          <a:bodyPr>
            <a:normAutofit/>
          </a:bodyPr>
          <a:lstStyle/>
          <a:p>
            <a:r>
              <a:rPr lang="en-US" dirty="0"/>
              <a:t>Course Pattern</a:t>
            </a:r>
          </a:p>
        </p:txBody>
      </p:sp>
      <p:sp>
        <p:nvSpPr>
          <p:cNvPr id="11" name="Isosceles Triangle 10">
            <a:extLst>
              <a:ext uri="{FF2B5EF4-FFF2-40B4-BE49-F238E27FC236}">
                <a16:creationId xmlns:a16="http://schemas.microsoft.com/office/drawing/2014/main" id="{4F8B2185-AE38-43EA-9FA9-E5378AD7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0D36BD5A-BF22-48CD-8A55-28B19177C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5E31E9C8-37A3-BD7D-B2F6-DA0B240ABCBF}"/>
              </a:ext>
            </a:extLst>
          </p:cNvPr>
          <p:cNvGraphicFramePr>
            <a:graphicFrameLocks noGrp="1"/>
          </p:cNvGraphicFramePr>
          <p:nvPr>
            <p:ph idx="1"/>
            <p:extLst>
              <p:ext uri="{D42A27DB-BD31-4B8C-83A1-F6EECF244321}">
                <p14:modId xmlns:p14="http://schemas.microsoft.com/office/powerpoint/2010/main" val="829145707"/>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73199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A1E9A-A320-AF42-F414-B26C9B324438}"/>
              </a:ext>
            </a:extLst>
          </p:cNvPr>
          <p:cNvSpPr>
            <a:spLocks noGrp="1"/>
          </p:cNvSpPr>
          <p:nvPr>
            <p:ph type="title"/>
          </p:nvPr>
        </p:nvSpPr>
        <p:spPr/>
        <p:txBody>
          <a:bodyPr/>
          <a:lstStyle/>
          <a:p>
            <a:r>
              <a:rPr lang="en-US" dirty="0"/>
              <a:t>Today’s Question</a:t>
            </a:r>
          </a:p>
        </p:txBody>
      </p:sp>
      <p:sp>
        <p:nvSpPr>
          <p:cNvPr id="3" name="Content Placeholder 2">
            <a:extLst>
              <a:ext uri="{FF2B5EF4-FFF2-40B4-BE49-F238E27FC236}">
                <a16:creationId xmlns:a16="http://schemas.microsoft.com/office/drawing/2014/main" id="{874F45FF-FF75-2BF2-8B20-6A1AB01A627A}"/>
              </a:ext>
            </a:extLst>
          </p:cNvPr>
          <p:cNvSpPr>
            <a:spLocks noGrp="1"/>
          </p:cNvSpPr>
          <p:nvPr>
            <p:ph idx="1"/>
          </p:nvPr>
        </p:nvSpPr>
        <p:spPr/>
        <p:txBody>
          <a:bodyPr/>
          <a:lstStyle/>
          <a:p>
            <a:pPr marL="0" indent="0" algn="ctr">
              <a:buNone/>
            </a:pPr>
            <a:r>
              <a:rPr lang="en-US" sz="2300" b="1" dirty="0">
                <a:solidFill>
                  <a:schemeClr val="bg2">
                    <a:lumMod val="10000"/>
                  </a:schemeClr>
                </a:solidFill>
              </a:rPr>
              <a:t>How do we turn a vague instruction </a:t>
            </a:r>
            <a:br>
              <a:rPr lang="en-US" sz="2300" b="1" dirty="0">
                <a:solidFill>
                  <a:schemeClr val="bg2">
                    <a:lumMod val="10000"/>
                  </a:schemeClr>
                </a:solidFill>
              </a:rPr>
            </a:br>
            <a:r>
              <a:rPr lang="en-US" sz="2300" b="1" dirty="0">
                <a:solidFill>
                  <a:schemeClr val="bg2">
                    <a:lumMod val="10000"/>
                  </a:schemeClr>
                </a:solidFill>
              </a:rPr>
              <a:t>into a testable algorithm?</a:t>
            </a:r>
          </a:p>
          <a:p>
            <a:pPr marL="0" indent="0">
              <a:buNone/>
            </a:pPr>
            <a:endParaRPr lang="en-US" dirty="0"/>
          </a:p>
        </p:txBody>
      </p:sp>
      <p:pic>
        <p:nvPicPr>
          <p:cNvPr id="6" name="Picture 5">
            <a:extLst>
              <a:ext uri="{FF2B5EF4-FFF2-40B4-BE49-F238E27FC236}">
                <a16:creationId xmlns:a16="http://schemas.microsoft.com/office/drawing/2014/main" id="{5121ED79-9744-0DE9-2D62-F7E03CDF2827}"/>
              </a:ext>
            </a:extLst>
          </p:cNvPr>
          <p:cNvPicPr>
            <a:picLocks noChangeAspect="1"/>
          </p:cNvPicPr>
          <p:nvPr/>
        </p:nvPicPr>
        <p:blipFill>
          <a:blip r:embed="rId3"/>
          <a:stretch>
            <a:fillRect/>
          </a:stretch>
        </p:blipFill>
        <p:spPr>
          <a:xfrm>
            <a:off x="609599" y="2111248"/>
            <a:ext cx="6205728" cy="4137152"/>
          </a:xfrm>
          <a:prstGeom prst="rect">
            <a:avLst/>
          </a:prstGeom>
        </p:spPr>
      </p:pic>
    </p:spTree>
    <p:extLst>
      <p:ext uri="{BB962C8B-B14F-4D97-AF65-F5344CB8AC3E}">
        <p14:creationId xmlns:p14="http://schemas.microsoft.com/office/powerpoint/2010/main" val="396491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3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0265050-FD84-47EF-A163-6A481836C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11B064D-F4EB-4312-AEEA-6AFDB257E7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4303" y="-8467"/>
            <a:ext cx="3575050" cy="6866467"/>
            <a:chOff x="7425267" y="-8467"/>
            <a:chExt cx="4766733" cy="6866467"/>
          </a:xfrm>
        </p:grpSpPr>
        <p:cxnSp>
          <p:nvCxnSpPr>
            <p:cNvPr id="12" name="Straight Connector 11">
              <a:extLst>
                <a:ext uri="{FF2B5EF4-FFF2-40B4-BE49-F238E27FC236}">
                  <a16:creationId xmlns:a16="http://schemas.microsoft.com/office/drawing/2014/main" id="{E7041201-C3DD-4181-B0E0-5C960FFE535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29A678F-8D0F-4F98-85A6-797199C550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82463FFC-4B08-4AF2-AC5A-F681CE977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5">
              <a:extLst>
                <a:ext uri="{FF2B5EF4-FFF2-40B4-BE49-F238E27FC236}">
                  <a16:creationId xmlns:a16="http://schemas.microsoft.com/office/drawing/2014/main" id="{87C110A9-8F54-42F4-9B19-8D33F94DE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a:extLst>
                <a:ext uri="{FF2B5EF4-FFF2-40B4-BE49-F238E27FC236}">
                  <a16:creationId xmlns:a16="http://schemas.microsoft.com/office/drawing/2014/main" id="{9F5AD5FC-19DB-4C66-BDDA-043A6AAC9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a:extLst>
                <a:ext uri="{FF2B5EF4-FFF2-40B4-BE49-F238E27FC236}">
                  <a16:creationId xmlns:a16="http://schemas.microsoft.com/office/drawing/2014/main" id="{352A3EAD-426D-4399-B7E0-81D26F700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a:extLst>
                <a:ext uri="{FF2B5EF4-FFF2-40B4-BE49-F238E27FC236}">
                  <a16:creationId xmlns:a16="http://schemas.microsoft.com/office/drawing/2014/main" id="{F842EF93-A507-4796-A726-0D0A9B751C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24F1410B-DBCE-471A-97C3-B96C0A7BB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0BBC8502-8D68-4CE4-B690-2EBB6BCCD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4F47B759-3B8D-8007-046A-752146EE1398}"/>
              </a:ext>
            </a:extLst>
          </p:cNvPr>
          <p:cNvSpPr>
            <a:spLocks noGrp="1"/>
          </p:cNvSpPr>
          <p:nvPr>
            <p:ph type="title"/>
          </p:nvPr>
        </p:nvSpPr>
        <p:spPr>
          <a:xfrm>
            <a:off x="489360" y="1382486"/>
            <a:ext cx="2660686" cy="4093028"/>
          </a:xfrm>
        </p:spPr>
        <p:txBody>
          <a:bodyPr anchor="ctr">
            <a:normAutofit/>
          </a:bodyPr>
          <a:lstStyle/>
          <a:p>
            <a:r>
              <a:rPr lang="en-US" sz="3800"/>
              <a:t>What Counts As Success Today</a:t>
            </a:r>
          </a:p>
        </p:txBody>
      </p:sp>
      <p:sp>
        <p:nvSpPr>
          <p:cNvPr id="22" name="Rectangle 21">
            <a:extLst>
              <a:ext uri="{FF2B5EF4-FFF2-40B4-BE49-F238E27FC236}">
                <a16:creationId xmlns:a16="http://schemas.microsoft.com/office/drawing/2014/main" id="{DE77CD7A-FE9E-475D-BF9C-78183B0B1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06968" y="0"/>
            <a:ext cx="483703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7CA7BFAB-8A4E-8942-91FA-3DCF3169AD9F}"/>
              </a:ext>
            </a:extLst>
          </p:cNvPr>
          <p:cNvGraphicFramePr>
            <a:graphicFrameLocks noGrp="1"/>
          </p:cNvGraphicFramePr>
          <p:nvPr>
            <p:ph idx="1"/>
            <p:extLst>
              <p:ext uri="{D42A27DB-BD31-4B8C-83A1-F6EECF244321}">
                <p14:modId xmlns:p14="http://schemas.microsoft.com/office/powerpoint/2010/main" val="1990538351"/>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67720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8413C-E473-7BB1-5818-2D164CEF8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D30655-1F44-A7A1-AD87-667B476811F2}"/>
              </a:ext>
            </a:extLst>
          </p:cNvPr>
          <p:cNvSpPr>
            <a:spLocks noGrp="1"/>
          </p:cNvSpPr>
          <p:nvPr>
            <p:ph type="title"/>
          </p:nvPr>
        </p:nvSpPr>
        <p:spPr>
          <a:xfrm>
            <a:off x="2089535" y="1189369"/>
            <a:ext cx="4865966" cy="745462"/>
          </a:xfrm>
        </p:spPr>
        <p:txBody>
          <a:bodyPr>
            <a:normAutofit/>
          </a:bodyPr>
          <a:lstStyle/>
          <a:p>
            <a:r>
              <a:rPr lang="en-US" dirty="0"/>
              <a:t>What is an Algorithm?</a:t>
            </a:r>
          </a:p>
        </p:txBody>
      </p:sp>
      <p:pic>
        <p:nvPicPr>
          <p:cNvPr id="5" name="Picture 4">
            <a:extLst>
              <a:ext uri="{FF2B5EF4-FFF2-40B4-BE49-F238E27FC236}">
                <a16:creationId xmlns:a16="http://schemas.microsoft.com/office/drawing/2014/main" id="{6A1B117B-7548-ADF5-1699-217128A6553A}"/>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F729E677-A23F-A29E-45EE-905BCE0D8D91}"/>
              </a:ext>
            </a:extLst>
          </p:cNvPr>
          <p:cNvSpPr>
            <a:spLocks noGrp="1"/>
          </p:cNvSpPr>
          <p:nvPr>
            <p:ph idx="1"/>
          </p:nvPr>
        </p:nvSpPr>
        <p:spPr>
          <a:xfrm>
            <a:off x="2089535" y="2160589"/>
            <a:ext cx="4865966" cy="3880773"/>
          </a:xfrm>
        </p:spPr>
        <p:txBody>
          <a:bodyPr>
            <a:normAutofit/>
          </a:bodyPr>
          <a:lstStyle/>
          <a:p>
            <a:pPr marL="0" indent="0">
              <a:buNone/>
            </a:pPr>
            <a:r>
              <a:rPr lang="en-US" dirty="0"/>
              <a:t>An algorithm is a structured process for solving a problem.</a:t>
            </a:r>
          </a:p>
          <a:p>
            <a:pPr marL="0" indent="0">
              <a:buNone/>
            </a:pPr>
            <a:r>
              <a:rPr lang="en-US" dirty="0"/>
              <a:t>It should be:</a:t>
            </a:r>
          </a:p>
          <a:p>
            <a:pPr lvl="1"/>
            <a:r>
              <a:rPr lang="en-US" dirty="0"/>
              <a:t>clear</a:t>
            </a:r>
          </a:p>
          <a:p>
            <a:pPr lvl="1"/>
            <a:r>
              <a:rPr lang="en-US" dirty="0"/>
              <a:t>repeatable</a:t>
            </a:r>
          </a:p>
          <a:p>
            <a:pPr lvl="1"/>
            <a:r>
              <a:rPr lang="en-US" dirty="0"/>
              <a:t>testable</a:t>
            </a:r>
          </a:p>
          <a:p>
            <a:pPr lvl="1"/>
            <a:r>
              <a:rPr lang="en-US" dirty="0"/>
              <a:t>explainable</a:t>
            </a:r>
          </a:p>
          <a:p>
            <a:pPr lvl="1"/>
            <a:r>
              <a:rPr lang="en-US" dirty="0"/>
              <a:t>implementable</a:t>
            </a:r>
          </a:p>
          <a:p>
            <a:endParaRPr lang="en-US" dirty="0"/>
          </a:p>
        </p:txBody>
      </p:sp>
      <p:sp>
        <p:nvSpPr>
          <p:cNvPr id="3" name="Text Placeholder 3">
            <a:extLst>
              <a:ext uri="{FF2B5EF4-FFF2-40B4-BE49-F238E27FC236}">
                <a16:creationId xmlns:a16="http://schemas.microsoft.com/office/drawing/2014/main" id="{F85F1924-E7B7-D63D-AEF2-560B04790698}"/>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1856241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5D56B-B3EC-AA76-EBF5-79F19FA91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9C62E-5E23-5D8D-F40B-319B6FB99F3D}"/>
              </a:ext>
            </a:extLst>
          </p:cNvPr>
          <p:cNvSpPr>
            <a:spLocks noGrp="1"/>
          </p:cNvSpPr>
          <p:nvPr>
            <p:ph type="title"/>
          </p:nvPr>
        </p:nvSpPr>
        <p:spPr>
          <a:xfrm>
            <a:off x="2089535" y="1189369"/>
            <a:ext cx="4865966" cy="745462"/>
          </a:xfrm>
        </p:spPr>
        <p:txBody>
          <a:bodyPr>
            <a:normAutofit/>
          </a:bodyPr>
          <a:lstStyle/>
          <a:p>
            <a:r>
              <a:rPr lang="en-US" dirty="0"/>
              <a:t>Design and Coding</a:t>
            </a:r>
          </a:p>
        </p:txBody>
      </p:sp>
      <p:pic>
        <p:nvPicPr>
          <p:cNvPr id="5" name="Picture 4">
            <a:extLst>
              <a:ext uri="{FF2B5EF4-FFF2-40B4-BE49-F238E27FC236}">
                <a16:creationId xmlns:a16="http://schemas.microsoft.com/office/drawing/2014/main" id="{4D830A1F-5400-8DB4-161F-1BFC6E24E168}"/>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30D54B3E-E2B9-9B76-9DC4-ACD50BB3B335}"/>
              </a:ext>
            </a:extLst>
          </p:cNvPr>
          <p:cNvSpPr>
            <a:spLocks noGrp="1"/>
          </p:cNvSpPr>
          <p:nvPr>
            <p:ph idx="1"/>
          </p:nvPr>
        </p:nvSpPr>
        <p:spPr>
          <a:xfrm>
            <a:off x="2089535" y="2160589"/>
            <a:ext cx="4865966" cy="2071777"/>
          </a:xfrm>
        </p:spPr>
        <p:txBody>
          <a:bodyPr>
            <a:normAutofit/>
          </a:bodyPr>
          <a:lstStyle/>
          <a:p>
            <a:pPr marL="0" indent="0">
              <a:buNone/>
            </a:pPr>
            <a:r>
              <a:rPr lang="en-US" dirty="0"/>
              <a:t>Algorithm work has two connected phases:</a:t>
            </a:r>
          </a:p>
          <a:p>
            <a:pPr lvl="1"/>
            <a:r>
              <a:rPr lang="en-US" dirty="0"/>
              <a:t>Design: decide the logic</a:t>
            </a:r>
          </a:p>
          <a:p>
            <a:pPr lvl="1"/>
            <a:r>
              <a:rPr lang="en-US" dirty="0"/>
              <a:t>Coding: implement the logic</a:t>
            </a:r>
          </a:p>
          <a:p>
            <a:pPr marL="0" indent="0">
              <a:buNone/>
            </a:pPr>
            <a:br>
              <a:rPr lang="en-US" dirty="0"/>
            </a:br>
            <a:r>
              <a:rPr lang="en-US" dirty="0"/>
              <a:t>Good coding cannot fully rescue </a:t>
            </a:r>
            <a:r>
              <a:rPr lang="en-US" i="1" dirty="0"/>
              <a:t>unclear</a:t>
            </a:r>
            <a:r>
              <a:rPr lang="en-US" dirty="0"/>
              <a:t> design.</a:t>
            </a:r>
          </a:p>
          <a:p>
            <a:pPr marL="457200" lvl="1" indent="0">
              <a:buNone/>
            </a:pPr>
            <a:endParaRPr lang="en-US" dirty="0"/>
          </a:p>
          <a:p>
            <a:endParaRPr lang="en-US" dirty="0"/>
          </a:p>
        </p:txBody>
      </p:sp>
      <p:sp>
        <p:nvSpPr>
          <p:cNvPr id="3" name="Text Placeholder 3">
            <a:extLst>
              <a:ext uri="{FF2B5EF4-FFF2-40B4-BE49-F238E27FC236}">
                <a16:creationId xmlns:a16="http://schemas.microsoft.com/office/drawing/2014/main" id="{2D2F0AFB-D6CA-7229-0EAF-3BF61BA6AD03}"/>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3528213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D233-66E1-B90B-2D4B-D6DB21056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EC7932-EAE0-D46D-CC98-F3433277D166}"/>
              </a:ext>
            </a:extLst>
          </p:cNvPr>
          <p:cNvSpPr>
            <a:spLocks noGrp="1"/>
          </p:cNvSpPr>
          <p:nvPr>
            <p:ph type="title"/>
          </p:nvPr>
        </p:nvSpPr>
        <p:spPr>
          <a:xfrm>
            <a:off x="2089535" y="1189369"/>
            <a:ext cx="4865966" cy="745462"/>
          </a:xfrm>
        </p:spPr>
        <p:txBody>
          <a:bodyPr>
            <a:normAutofit/>
          </a:bodyPr>
          <a:lstStyle/>
          <a:p>
            <a:r>
              <a:rPr lang="en-US" dirty="0"/>
              <a:t>Requirements</a:t>
            </a:r>
          </a:p>
        </p:txBody>
      </p:sp>
      <p:pic>
        <p:nvPicPr>
          <p:cNvPr id="5" name="Picture 4">
            <a:extLst>
              <a:ext uri="{FF2B5EF4-FFF2-40B4-BE49-F238E27FC236}">
                <a16:creationId xmlns:a16="http://schemas.microsoft.com/office/drawing/2014/main" id="{859871DF-9A01-DD64-66BE-AD02097EBD59}"/>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099E1AA1-3F93-EBFA-0D03-A617CE83003F}"/>
              </a:ext>
            </a:extLst>
          </p:cNvPr>
          <p:cNvSpPr>
            <a:spLocks noGrp="1"/>
          </p:cNvSpPr>
          <p:nvPr>
            <p:ph idx="1"/>
          </p:nvPr>
        </p:nvSpPr>
        <p:spPr>
          <a:xfrm>
            <a:off x="2089535" y="2160589"/>
            <a:ext cx="4865966" cy="3077617"/>
          </a:xfrm>
        </p:spPr>
        <p:txBody>
          <a:bodyPr>
            <a:normAutofit/>
          </a:bodyPr>
          <a:lstStyle/>
          <a:p>
            <a:pPr marL="0" indent="0">
              <a:buNone/>
            </a:pPr>
            <a:r>
              <a:rPr lang="en-US" b="1" i="1" dirty="0">
                <a:solidFill>
                  <a:srgbClr val="7030A0"/>
                </a:solidFill>
              </a:rPr>
              <a:t>Functional</a:t>
            </a:r>
            <a:r>
              <a:rPr lang="en-US" i="1" dirty="0"/>
              <a:t> </a:t>
            </a:r>
            <a:r>
              <a:rPr lang="en-US" dirty="0"/>
              <a:t>requirements:</a:t>
            </a:r>
          </a:p>
          <a:p>
            <a:r>
              <a:rPr lang="en-US" dirty="0"/>
              <a:t>What result should the algorithm produce?</a:t>
            </a:r>
          </a:p>
          <a:p>
            <a:pPr marL="0" indent="0">
              <a:buNone/>
            </a:pPr>
            <a:br>
              <a:rPr lang="en-US" dirty="0"/>
            </a:br>
            <a:r>
              <a:rPr lang="en-US" b="1" i="1" dirty="0">
                <a:solidFill>
                  <a:srgbClr val="7030A0"/>
                </a:solidFill>
              </a:rPr>
              <a:t>Non-functional</a:t>
            </a:r>
            <a:r>
              <a:rPr lang="en-US" b="1" i="1" dirty="0"/>
              <a:t> </a:t>
            </a:r>
            <a:r>
              <a:rPr lang="en-US" dirty="0"/>
              <a:t>requirements:</a:t>
            </a:r>
          </a:p>
          <a:p>
            <a:r>
              <a:rPr lang="en-US" dirty="0"/>
              <a:t>How well should it perform?</a:t>
            </a:r>
          </a:p>
          <a:p>
            <a:r>
              <a:rPr lang="en-US" dirty="0"/>
              <a:t>How readable should it be?</a:t>
            </a:r>
          </a:p>
          <a:p>
            <a:r>
              <a:rPr lang="en-US" dirty="0"/>
              <a:t>How well should it handle growth?</a:t>
            </a:r>
          </a:p>
          <a:p>
            <a:pPr marL="457200" lvl="1" indent="0">
              <a:buNone/>
            </a:pPr>
            <a:endParaRPr lang="en-US" dirty="0"/>
          </a:p>
          <a:p>
            <a:endParaRPr lang="en-US" dirty="0"/>
          </a:p>
        </p:txBody>
      </p:sp>
      <p:sp>
        <p:nvSpPr>
          <p:cNvPr id="3" name="Text Placeholder 3">
            <a:extLst>
              <a:ext uri="{FF2B5EF4-FFF2-40B4-BE49-F238E27FC236}">
                <a16:creationId xmlns:a16="http://schemas.microsoft.com/office/drawing/2014/main" id="{A539F3A2-E104-8A8B-06DE-74970D19F1C5}"/>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2463571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EEF5B-905E-25CF-CB92-4C35BC779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A3ED54-27B7-0EB5-7E94-24EADA2A37E7}"/>
              </a:ext>
            </a:extLst>
          </p:cNvPr>
          <p:cNvSpPr>
            <a:spLocks noGrp="1"/>
          </p:cNvSpPr>
          <p:nvPr>
            <p:ph type="title"/>
          </p:nvPr>
        </p:nvSpPr>
        <p:spPr>
          <a:xfrm>
            <a:off x="2089535" y="1189369"/>
            <a:ext cx="4865966" cy="745462"/>
          </a:xfrm>
        </p:spPr>
        <p:txBody>
          <a:bodyPr>
            <a:normAutofit fontScale="90000"/>
          </a:bodyPr>
          <a:lstStyle/>
          <a:p>
            <a:r>
              <a:rPr lang="en-US" dirty="0"/>
              <a:t>Three Design Questions</a:t>
            </a:r>
          </a:p>
        </p:txBody>
      </p:sp>
      <p:pic>
        <p:nvPicPr>
          <p:cNvPr id="5" name="Picture 4">
            <a:extLst>
              <a:ext uri="{FF2B5EF4-FFF2-40B4-BE49-F238E27FC236}">
                <a16:creationId xmlns:a16="http://schemas.microsoft.com/office/drawing/2014/main" id="{8E454546-9CD4-2113-26C9-3CA376369EBB}"/>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29EB6E25-BF79-796C-D1DA-E749CD8D8F71}"/>
              </a:ext>
            </a:extLst>
          </p:cNvPr>
          <p:cNvSpPr>
            <a:spLocks noGrp="1"/>
          </p:cNvSpPr>
          <p:nvPr>
            <p:ph idx="1"/>
          </p:nvPr>
        </p:nvSpPr>
        <p:spPr>
          <a:xfrm>
            <a:off x="2089535" y="2160589"/>
            <a:ext cx="4865966" cy="3077617"/>
          </a:xfrm>
        </p:spPr>
        <p:txBody>
          <a:bodyPr>
            <a:normAutofit/>
          </a:bodyPr>
          <a:lstStyle/>
          <a:p>
            <a:pPr marL="0" indent="0">
              <a:buNone/>
            </a:pPr>
            <a:r>
              <a:rPr lang="en-US" sz="2000" dirty="0"/>
              <a:t>When designing an algorithm, ask:</a:t>
            </a:r>
            <a:br>
              <a:rPr lang="en-US" dirty="0"/>
            </a:br>
            <a:endParaRPr lang="en-US" dirty="0"/>
          </a:p>
          <a:p>
            <a:pPr>
              <a:buFont typeface="+mj-lt"/>
              <a:buAutoNum type="arabicPeriod"/>
            </a:pPr>
            <a:r>
              <a:rPr lang="en-US" dirty="0"/>
              <a:t>Does it produce the expected result?</a:t>
            </a:r>
          </a:p>
          <a:p>
            <a:pPr>
              <a:buFont typeface="+mj-lt"/>
              <a:buAutoNum type="arabicPeriod"/>
            </a:pPr>
            <a:r>
              <a:rPr lang="en-US" dirty="0"/>
              <a:t>Is this a reasonable way to get the result?</a:t>
            </a:r>
          </a:p>
          <a:p>
            <a:pPr>
              <a:buFont typeface="+mj-lt"/>
              <a:buAutoNum type="arabicPeriod"/>
            </a:pPr>
            <a:r>
              <a:rPr lang="en-US" dirty="0"/>
              <a:t>What happens when the data gets larger?</a:t>
            </a:r>
          </a:p>
        </p:txBody>
      </p:sp>
      <p:sp>
        <p:nvSpPr>
          <p:cNvPr id="3" name="Text Placeholder 3">
            <a:extLst>
              <a:ext uri="{FF2B5EF4-FFF2-40B4-BE49-F238E27FC236}">
                <a16:creationId xmlns:a16="http://schemas.microsoft.com/office/drawing/2014/main" id="{8AF8C54C-499A-2C31-734D-E078FF391B9B}"/>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3438553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ED635-C8E7-AA54-F1C7-B5E59D379434}"/>
              </a:ext>
            </a:extLst>
          </p:cNvPr>
          <p:cNvSpPr>
            <a:spLocks noGrp="1"/>
          </p:cNvSpPr>
          <p:nvPr>
            <p:ph type="title"/>
          </p:nvPr>
        </p:nvSpPr>
        <p:spPr>
          <a:xfrm>
            <a:off x="508000" y="609600"/>
            <a:ext cx="6447501" cy="735874"/>
          </a:xfrm>
        </p:spPr>
        <p:txBody>
          <a:bodyPr>
            <a:normAutofit/>
          </a:bodyPr>
          <a:lstStyle/>
          <a:p>
            <a:r>
              <a:rPr lang="en-US" dirty="0"/>
              <a:t>An Algorithm is A Procedure</a:t>
            </a:r>
          </a:p>
        </p:txBody>
      </p:sp>
      <p:graphicFrame>
        <p:nvGraphicFramePr>
          <p:cNvPr id="5" name="Content Placeholder 2">
            <a:extLst>
              <a:ext uri="{FF2B5EF4-FFF2-40B4-BE49-F238E27FC236}">
                <a16:creationId xmlns:a16="http://schemas.microsoft.com/office/drawing/2014/main" id="{656DD0B5-7D9C-792A-05E8-0BDE1B3C1F9A}"/>
              </a:ext>
            </a:extLst>
          </p:cNvPr>
          <p:cNvGraphicFramePr>
            <a:graphicFrameLocks noGrp="1"/>
          </p:cNvGraphicFramePr>
          <p:nvPr>
            <p:ph idx="1"/>
            <p:extLst>
              <p:ext uri="{D42A27DB-BD31-4B8C-83A1-F6EECF244321}">
                <p14:modId xmlns:p14="http://schemas.microsoft.com/office/powerpoint/2010/main" val="3371555560"/>
              </p:ext>
            </p:extLst>
          </p:nvPr>
        </p:nvGraphicFramePr>
        <p:xfrm>
          <a:off x="508397" y="2160588"/>
          <a:ext cx="6447234" cy="3881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CE5B5C71-5916-CACD-1AC9-26B5A47F3F7B}"/>
              </a:ext>
            </a:extLst>
          </p:cNvPr>
          <p:cNvSpPr txBox="1"/>
          <p:nvPr/>
        </p:nvSpPr>
        <p:spPr>
          <a:xfrm>
            <a:off x="955892" y="1568365"/>
            <a:ext cx="5551715" cy="369332"/>
          </a:xfrm>
          <a:prstGeom prst="rect">
            <a:avLst/>
          </a:prstGeom>
          <a:noFill/>
        </p:spPr>
        <p:txBody>
          <a:bodyPr wrap="square" rtlCol="0">
            <a:spAutoFit/>
          </a:bodyPr>
          <a:lstStyle/>
          <a:p>
            <a:pPr algn="ctr"/>
            <a:r>
              <a:rPr lang="en-US" dirty="0"/>
              <a:t>It Answers:</a:t>
            </a:r>
          </a:p>
        </p:txBody>
      </p:sp>
    </p:spTree>
    <p:extLst>
      <p:ext uri="{BB962C8B-B14F-4D97-AF65-F5344CB8AC3E}">
        <p14:creationId xmlns:p14="http://schemas.microsoft.com/office/powerpoint/2010/main" val="105115256"/>
      </p:ext>
    </p:extLst>
  </p:cSld>
  <p:clrMapOvr>
    <a:masterClrMapping/>
  </p:clrMapOvr>
</p:sld>
</file>

<file path=ppt/theme/theme1.xml><?xml version="1.0" encoding="utf-8"?>
<a:theme xmlns:a="http://schemas.openxmlformats.org/drawingml/2006/main" name="Facet">
  <a:themeElements>
    <a:clrScheme name="Southwest Tech">
      <a:dk1>
        <a:srgbClr val="0B4F8A"/>
      </a:dk1>
      <a:lt1>
        <a:sysClr val="window" lastClr="FFFFFF"/>
      </a:lt1>
      <a:dk2>
        <a:srgbClr val="6F6F6F"/>
      </a:dk2>
      <a:lt2>
        <a:srgbClr val="F4F6F8"/>
      </a:lt2>
      <a:accent1>
        <a:srgbClr val="0B4F8A"/>
      </a:accent1>
      <a:accent2>
        <a:srgbClr val="2E73B8"/>
      </a:accent2>
      <a:accent3>
        <a:srgbClr val="F2B705"/>
      </a:accent3>
      <a:accent4>
        <a:srgbClr val="6F6F6F"/>
      </a:accent4>
      <a:accent5>
        <a:srgbClr val="2E73B8"/>
      </a:accent5>
      <a:accent6>
        <a:srgbClr val="F2B705"/>
      </a:accent6>
      <a:hlink>
        <a:srgbClr val="2E73B8"/>
      </a:hlink>
      <a:folHlink>
        <a:srgbClr val="0B4F8A"/>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TM02900688[[fn=Facet]]</Template>
  <TotalTime>6018</TotalTime>
  <Words>1868</Words>
  <Application>Microsoft Office PowerPoint</Application>
  <PresentationFormat>On-screen Show (4:3)</PresentationFormat>
  <Paragraphs>189</Paragraphs>
  <Slides>16</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Trebuchet MS</vt:lpstr>
      <vt:lpstr>Wingdings 3</vt:lpstr>
      <vt:lpstr>Facet</vt:lpstr>
      <vt:lpstr>Introduction To Algorithms</vt:lpstr>
      <vt:lpstr>Why this is important?</vt:lpstr>
      <vt:lpstr>PowerPoint Presentation</vt:lpstr>
      <vt:lpstr>Why this course matters</vt:lpstr>
      <vt:lpstr>What We Will Use Today</vt:lpstr>
      <vt:lpstr>Algorithmic Problem Solving</vt:lpstr>
      <vt:lpstr>Terms to Remember</vt:lpstr>
      <vt:lpstr>How To Use the Textbook</vt:lpstr>
      <vt:lpstr>Course Pattern</vt:lpstr>
      <vt:lpstr>Today’s Question</vt:lpstr>
      <vt:lpstr>What Counts As Success Today</vt:lpstr>
      <vt:lpstr>What is an Algorithm?</vt:lpstr>
      <vt:lpstr>Design and Coding</vt:lpstr>
      <vt:lpstr>Requirements</vt:lpstr>
      <vt:lpstr>Three Design Questions</vt:lpstr>
      <vt:lpstr>An Algorithm is A Procedure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Cash Myers</dc:creator>
  <cp:keywords/>
  <dc:description>generated using python-pptx</dc:description>
  <cp:lastModifiedBy>Cash Myers</cp:lastModifiedBy>
  <cp:revision>31</cp:revision>
  <dcterms:created xsi:type="dcterms:W3CDTF">2013-01-27T09:14:16Z</dcterms:created>
  <dcterms:modified xsi:type="dcterms:W3CDTF">2026-05-29T17:26:36Z</dcterms:modified>
  <cp:category/>
</cp:coreProperties>
</file>