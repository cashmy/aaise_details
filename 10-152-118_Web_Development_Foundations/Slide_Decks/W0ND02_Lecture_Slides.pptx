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9"/>
  </p:notesMasterIdLst>
  <p:handoutMasterIdLst>
    <p:handoutMasterId r:id="rId20"/>
  </p:handoutMasterIdLst>
  <p:sldIdLst>
    <p:sldId id="256" r:id="rId2"/>
    <p:sldId id="506" r:id="rId3"/>
    <p:sldId id="467" r:id="rId4"/>
    <p:sldId id="488" r:id="rId5"/>
    <p:sldId id="377" r:id="rId6"/>
    <p:sldId id="487" r:id="rId7"/>
    <p:sldId id="418" r:id="rId8"/>
    <p:sldId id="378" r:id="rId9"/>
    <p:sldId id="490" r:id="rId10"/>
    <p:sldId id="307" r:id="rId11"/>
    <p:sldId id="491" r:id="rId12"/>
    <p:sldId id="374" r:id="rId13"/>
    <p:sldId id="505" r:id="rId14"/>
    <p:sldId id="375" r:id="rId15"/>
    <p:sldId id="320" r:id="rId16"/>
    <p:sldId id="373" r:id="rId17"/>
    <p:sldId id="41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8900" autoAdjust="0"/>
  </p:normalViewPr>
  <p:slideViewPr>
    <p:cSldViewPr snapToGrid="0" snapToObjects="1">
      <p:cViewPr varScale="1">
        <p:scale>
          <a:sx n="73" d="100"/>
          <a:sy n="73" d="100"/>
        </p:scale>
        <p:origin x="269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D9F0B5-AAA0-4A3F-A06D-7AF0DF909605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6C75C72-418D-4527-A807-072D4BEEF13D}">
      <dgm:prSet phldrT="[Text]" phldr="0"/>
      <dgm:spPr/>
      <dgm:t>
        <a:bodyPr/>
        <a:lstStyle/>
        <a:p>
          <a:r>
            <a:rPr lang="en-US" b="0" dirty="0"/>
            <a:t>the same CSS file styles more than one page</a:t>
          </a:r>
          <a:endParaRPr lang="en-US" dirty="0"/>
        </a:p>
      </dgm:t>
    </dgm:pt>
    <dgm:pt modelId="{2EA16CA2-E6A1-4689-9FE1-EEA188CFF3F6}" type="parTrans" cxnId="{1317263A-D35A-4726-A59F-5426E1B35724}">
      <dgm:prSet/>
      <dgm:spPr/>
      <dgm:t>
        <a:bodyPr/>
        <a:lstStyle/>
        <a:p>
          <a:endParaRPr lang="en-US"/>
        </a:p>
      </dgm:t>
    </dgm:pt>
    <dgm:pt modelId="{AF7DDFFB-3F1E-4284-8125-04BEF75FEE50}" type="sibTrans" cxnId="{1317263A-D35A-4726-A59F-5426E1B35724}">
      <dgm:prSet/>
      <dgm:spPr/>
      <dgm:t>
        <a:bodyPr/>
        <a:lstStyle/>
        <a:p>
          <a:endParaRPr lang="en-US"/>
        </a:p>
      </dgm:t>
    </dgm:pt>
    <dgm:pt modelId="{84793B97-08DD-4D72-A824-ABFAA13ADAA9}">
      <dgm:prSet/>
      <dgm:spPr/>
      <dgm:t>
        <a:bodyPr/>
        <a:lstStyle/>
        <a:p>
          <a:pPr>
            <a:buNone/>
          </a:pPr>
          <a:r>
            <a:rPr lang="en-US" b="0" dirty="0"/>
            <a:t>navigation looks consistent</a:t>
          </a:r>
        </a:p>
      </dgm:t>
    </dgm:pt>
    <dgm:pt modelId="{C6D6141D-2AB1-4032-8AC2-CDD91CB13C8A}" type="parTrans" cxnId="{5DBDA43D-1C34-4762-BFF0-EA8B0C2D633C}">
      <dgm:prSet/>
      <dgm:spPr/>
      <dgm:t>
        <a:bodyPr/>
        <a:lstStyle/>
        <a:p>
          <a:endParaRPr lang="en-US"/>
        </a:p>
      </dgm:t>
    </dgm:pt>
    <dgm:pt modelId="{2035B45A-A899-4537-A83F-074053D454CB}" type="sibTrans" cxnId="{5DBDA43D-1C34-4762-BFF0-EA8B0C2D633C}">
      <dgm:prSet/>
      <dgm:spPr/>
      <dgm:t>
        <a:bodyPr/>
        <a:lstStyle/>
        <a:p>
          <a:endParaRPr lang="en-US"/>
        </a:p>
      </dgm:t>
    </dgm:pt>
    <dgm:pt modelId="{601258B7-C1CA-4C28-8BAC-CBFEA910B66F}">
      <dgm:prSet/>
      <dgm:spPr/>
      <dgm:t>
        <a:bodyPr/>
        <a:lstStyle/>
        <a:p>
          <a:pPr>
            <a:buNone/>
          </a:pPr>
          <a:r>
            <a:rPr lang="en-US" b="0" dirty="0"/>
            <a:t>text is readable</a:t>
          </a:r>
        </a:p>
      </dgm:t>
    </dgm:pt>
    <dgm:pt modelId="{39897FF1-6AF2-410D-852A-07B29CE32038}" type="parTrans" cxnId="{A9C9623F-8BD6-40DE-B4CA-BC4C0979BFF4}">
      <dgm:prSet/>
      <dgm:spPr/>
      <dgm:t>
        <a:bodyPr/>
        <a:lstStyle/>
        <a:p>
          <a:endParaRPr lang="en-US"/>
        </a:p>
      </dgm:t>
    </dgm:pt>
    <dgm:pt modelId="{29F40746-CDA0-4C5D-B709-671C272C7BAE}" type="sibTrans" cxnId="{A9C9623F-8BD6-40DE-B4CA-BC4C0979BFF4}">
      <dgm:prSet/>
      <dgm:spPr/>
      <dgm:t>
        <a:bodyPr/>
        <a:lstStyle/>
        <a:p>
          <a:endParaRPr lang="en-US"/>
        </a:p>
      </dgm:t>
    </dgm:pt>
    <dgm:pt modelId="{9B03AC9D-5E67-4187-AEDB-DF85A8BA7362}">
      <dgm:prSet/>
      <dgm:spPr/>
      <dgm:t>
        <a:bodyPr/>
        <a:lstStyle/>
        <a:p>
          <a:pPr>
            <a:buNone/>
          </a:pPr>
          <a:r>
            <a:rPr lang="en-US" b="0" dirty="0"/>
            <a:t>spacing is less crowded</a:t>
          </a:r>
        </a:p>
      </dgm:t>
    </dgm:pt>
    <dgm:pt modelId="{B2CC3E13-3CF0-4495-8876-D7DAA7F1D9BC}" type="parTrans" cxnId="{E283B180-A74D-4D0C-9E41-884523E529EF}">
      <dgm:prSet/>
      <dgm:spPr/>
      <dgm:t>
        <a:bodyPr/>
        <a:lstStyle/>
        <a:p>
          <a:endParaRPr lang="en-US"/>
        </a:p>
      </dgm:t>
    </dgm:pt>
    <dgm:pt modelId="{50889C9B-1711-4C70-99E7-41660F581EC1}" type="sibTrans" cxnId="{E283B180-A74D-4D0C-9E41-884523E529EF}">
      <dgm:prSet/>
      <dgm:spPr/>
      <dgm:t>
        <a:bodyPr/>
        <a:lstStyle/>
        <a:p>
          <a:endParaRPr lang="en-US"/>
        </a:p>
      </dgm:t>
    </dgm:pt>
    <dgm:pt modelId="{19444C9A-E645-4B35-8D96-D950C07018A0}">
      <dgm:prSet/>
      <dgm:spPr/>
      <dgm:t>
        <a:bodyPr/>
        <a:lstStyle/>
        <a:p>
          <a:pPr>
            <a:buNone/>
          </a:pPr>
          <a:r>
            <a:rPr lang="en-US" b="0" dirty="0"/>
            <a:t>one class-based style is used on purpose</a:t>
          </a:r>
        </a:p>
      </dgm:t>
    </dgm:pt>
    <dgm:pt modelId="{8D8CC330-D87F-47CE-94E8-0C2550FF5A66}" type="parTrans" cxnId="{BCB0D904-7CBC-4E65-AD1F-0B01DFEE9B8E}">
      <dgm:prSet/>
      <dgm:spPr/>
      <dgm:t>
        <a:bodyPr/>
        <a:lstStyle/>
        <a:p>
          <a:endParaRPr lang="en-US"/>
        </a:p>
      </dgm:t>
    </dgm:pt>
    <dgm:pt modelId="{4D811BC4-EE7D-4EB1-969E-5E12C9BD4806}" type="sibTrans" cxnId="{BCB0D904-7CBC-4E65-AD1F-0B01DFEE9B8E}">
      <dgm:prSet/>
      <dgm:spPr/>
      <dgm:t>
        <a:bodyPr/>
        <a:lstStyle/>
        <a:p>
          <a:endParaRPr lang="en-US"/>
        </a:p>
      </dgm:t>
    </dgm:pt>
    <dgm:pt modelId="{480DCFAB-D653-47AA-B687-674EA2C262C5}" type="pres">
      <dgm:prSet presAssocID="{5DD9F0B5-AAA0-4A3F-A06D-7AF0DF909605}" presName="Name0" presStyleCnt="0">
        <dgm:presLayoutVars>
          <dgm:chMax val="7"/>
          <dgm:chPref val="7"/>
          <dgm:dir/>
        </dgm:presLayoutVars>
      </dgm:prSet>
      <dgm:spPr/>
    </dgm:pt>
    <dgm:pt modelId="{6783689A-C522-4465-A596-E514E53E525A}" type="pres">
      <dgm:prSet presAssocID="{5DD9F0B5-AAA0-4A3F-A06D-7AF0DF909605}" presName="Name1" presStyleCnt="0"/>
      <dgm:spPr/>
    </dgm:pt>
    <dgm:pt modelId="{88BBFF9C-19B2-4375-8B0E-2067706D3236}" type="pres">
      <dgm:prSet presAssocID="{5DD9F0B5-AAA0-4A3F-A06D-7AF0DF909605}" presName="cycle" presStyleCnt="0"/>
      <dgm:spPr/>
    </dgm:pt>
    <dgm:pt modelId="{0CF2775B-9578-47D6-8A38-AC3474BB3655}" type="pres">
      <dgm:prSet presAssocID="{5DD9F0B5-AAA0-4A3F-A06D-7AF0DF909605}" presName="srcNode" presStyleLbl="node1" presStyleIdx="0" presStyleCnt="5"/>
      <dgm:spPr/>
    </dgm:pt>
    <dgm:pt modelId="{5C3E2CAE-3280-4BC8-BDB5-C50DCE54EAEB}" type="pres">
      <dgm:prSet presAssocID="{5DD9F0B5-AAA0-4A3F-A06D-7AF0DF909605}" presName="conn" presStyleLbl="parChTrans1D2" presStyleIdx="0" presStyleCnt="1"/>
      <dgm:spPr/>
    </dgm:pt>
    <dgm:pt modelId="{EDFFB4FD-EBB0-4A32-A26D-A63F9F5AE3EB}" type="pres">
      <dgm:prSet presAssocID="{5DD9F0B5-AAA0-4A3F-A06D-7AF0DF909605}" presName="extraNode" presStyleLbl="node1" presStyleIdx="0" presStyleCnt="5"/>
      <dgm:spPr/>
    </dgm:pt>
    <dgm:pt modelId="{55DF3272-644F-4007-998B-D70BB701D645}" type="pres">
      <dgm:prSet presAssocID="{5DD9F0B5-AAA0-4A3F-A06D-7AF0DF909605}" presName="dstNode" presStyleLbl="node1" presStyleIdx="0" presStyleCnt="5"/>
      <dgm:spPr/>
    </dgm:pt>
    <dgm:pt modelId="{4D684416-84E1-4B5E-B6BF-E47859EF49E8}" type="pres">
      <dgm:prSet presAssocID="{56C75C72-418D-4527-A807-072D4BEEF13D}" presName="text_1" presStyleLbl="node1" presStyleIdx="0" presStyleCnt="5">
        <dgm:presLayoutVars>
          <dgm:bulletEnabled val="1"/>
        </dgm:presLayoutVars>
      </dgm:prSet>
      <dgm:spPr/>
    </dgm:pt>
    <dgm:pt modelId="{BBBA1308-7F48-4524-BF9B-62695D62115D}" type="pres">
      <dgm:prSet presAssocID="{56C75C72-418D-4527-A807-072D4BEEF13D}" presName="accent_1" presStyleCnt="0"/>
      <dgm:spPr/>
    </dgm:pt>
    <dgm:pt modelId="{4A2F9709-4120-45FC-A605-79A267518B8D}" type="pres">
      <dgm:prSet presAssocID="{56C75C72-418D-4527-A807-072D4BEEF13D}" presName="accentRepeatNode" presStyleLbl="solidFgAcc1" presStyleIdx="0" presStyleCnt="5"/>
      <dgm:spPr/>
    </dgm:pt>
    <dgm:pt modelId="{EA4CC459-8385-4193-860F-CEB0A1406412}" type="pres">
      <dgm:prSet presAssocID="{84793B97-08DD-4D72-A824-ABFAA13ADAA9}" presName="text_2" presStyleLbl="node1" presStyleIdx="1" presStyleCnt="5">
        <dgm:presLayoutVars>
          <dgm:bulletEnabled val="1"/>
        </dgm:presLayoutVars>
      </dgm:prSet>
      <dgm:spPr/>
    </dgm:pt>
    <dgm:pt modelId="{C60E29BF-DAC1-45F8-B4B4-2E39A8C4ABD8}" type="pres">
      <dgm:prSet presAssocID="{84793B97-08DD-4D72-A824-ABFAA13ADAA9}" presName="accent_2" presStyleCnt="0"/>
      <dgm:spPr/>
    </dgm:pt>
    <dgm:pt modelId="{DA3CD044-4F95-438D-A2A4-D32BC70FBB89}" type="pres">
      <dgm:prSet presAssocID="{84793B97-08DD-4D72-A824-ABFAA13ADAA9}" presName="accentRepeatNode" presStyleLbl="solidFgAcc1" presStyleIdx="1" presStyleCnt="5"/>
      <dgm:spPr/>
    </dgm:pt>
    <dgm:pt modelId="{CD209FF4-6E17-46FA-BF44-288FB4CB179E}" type="pres">
      <dgm:prSet presAssocID="{601258B7-C1CA-4C28-8BAC-CBFEA910B66F}" presName="text_3" presStyleLbl="node1" presStyleIdx="2" presStyleCnt="5">
        <dgm:presLayoutVars>
          <dgm:bulletEnabled val="1"/>
        </dgm:presLayoutVars>
      </dgm:prSet>
      <dgm:spPr/>
    </dgm:pt>
    <dgm:pt modelId="{F39BB9B5-E06B-4C88-A44E-79C71C5FF4B1}" type="pres">
      <dgm:prSet presAssocID="{601258B7-C1CA-4C28-8BAC-CBFEA910B66F}" presName="accent_3" presStyleCnt="0"/>
      <dgm:spPr/>
    </dgm:pt>
    <dgm:pt modelId="{EAD99FD9-488B-4BCE-AA09-95526A2AA9DD}" type="pres">
      <dgm:prSet presAssocID="{601258B7-C1CA-4C28-8BAC-CBFEA910B66F}" presName="accentRepeatNode" presStyleLbl="solidFgAcc1" presStyleIdx="2" presStyleCnt="5"/>
      <dgm:spPr/>
    </dgm:pt>
    <dgm:pt modelId="{2E807C27-7D9D-4115-820C-359EA2AB3474}" type="pres">
      <dgm:prSet presAssocID="{9B03AC9D-5E67-4187-AEDB-DF85A8BA7362}" presName="text_4" presStyleLbl="node1" presStyleIdx="3" presStyleCnt="5">
        <dgm:presLayoutVars>
          <dgm:bulletEnabled val="1"/>
        </dgm:presLayoutVars>
      </dgm:prSet>
      <dgm:spPr/>
    </dgm:pt>
    <dgm:pt modelId="{4123F10B-8FB5-4205-B3EB-E5308FB9B448}" type="pres">
      <dgm:prSet presAssocID="{9B03AC9D-5E67-4187-AEDB-DF85A8BA7362}" presName="accent_4" presStyleCnt="0"/>
      <dgm:spPr/>
    </dgm:pt>
    <dgm:pt modelId="{3BF1307A-45AC-41D1-A045-5A47F4697CC0}" type="pres">
      <dgm:prSet presAssocID="{9B03AC9D-5E67-4187-AEDB-DF85A8BA7362}" presName="accentRepeatNode" presStyleLbl="solidFgAcc1" presStyleIdx="3" presStyleCnt="5"/>
      <dgm:spPr/>
    </dgm:pt>
    <dgm:pt modelId="{F52FC68D-2D7E-4A9F-A7E8-AD96690A372E}" type="pres">
      <dgm:prSet presAssocID="{19444C9A-E645-4B35-8D96-D950C07018A0}" presName="text_5" presStyleLbl="node1" presStyleIdx="4" presStyleCnt="5">
        <dgm:presLayoutVars>
          <dgm:bulletEnabled val="1"/>
        </dgm:presLayoutVars>
      </dgm:prSet>
      <dgm:spPr/>
    </dgm:pt>
    <dgm:pt modelId="{3CB23B94-3BBC-4842-AEA5-15C244BA5B07}" type="pres">
      <dgm:prSet presAssocID="{19444C9A-E645-4B35-8D96-D950C07018A0}" presName="accent_5" presStyleCnt="0"/>
      <dgm:spPr/>
    </dgm:pt>
    <dgm:pt modelId="{C1E27E7D-A8CE-4249-B5D7-3717E18C9127}" type="pres">
      <dgm:prSet presAssocID="{19444C9A-E645-4B35-8D96-D950C07018A0}" presName="accentRepeatNode" presStyleLbl="solidFgAcc1" presStyleIdx="4" presStyleCnt="5"/>
      <dgm:spPr/>
    </dgm:pt>
  </dgm:ptLst>
  <dgm:cxnLst>
    <dgm:cxn modelId="{BCB0D904-7CBC-4E65-AD1F-0B01DFEE9B8E}" srcId="{5DD9F0B5-AAA0-4A3F-A06D-7AF0DF909605}" destId="{19444C9A-E645-4B35-8D96-D950C07018A0}" srcOrd="4" destOrd="0" parTransId="{8D8CC330-D87F-47CE-94E8-0C2550FF5A66}" sibTransId="{4D811BC4-EE7D-4EB1-969E-5E12C9BD4806}"/>
    <dgm:cxn modelId="{1317263A-D35A-4726-A59F-5426E1B35724}" srcId="{5DD9F0B5-AAA0-4A3F-A06D-7AF0DF909605}" destId="{56C75C72-418D-4527-A807-072D4BEEF13D}" srcOrd="0" destOrd="0" parTransId="{2EA16CA2-E6A1-4689-9FE1-EEA188CFF3F6}" sibTransId="{AF7DDFFB-3F1E-4284-8125-04BEF75FEE50}"/>
    <dgm:cxn modelId="{5DBDA43D-1C34-4762-BFF0-EA8B0C2D633C}" srcId="{5DD9F0B5-AAA0-4A3F-A06D-7AF0DF909605}" destId="{84793B97-08DD-4D72-A824-ABFAA13ADAA9}" srcOrd="1" destOrd="0" parTransId="{C6D6141D-2AB1-4032-8AC2-CDD91CB13C8A}" sibTransId="{2035B45A-A899-4537-A83F-074053D454CB}"/>
    <dgm:cxn modelId="{A9C9623F-8BD6-40DE-B4CA-BC4C0979BFF4}" srcId="{5DD9F0B5-AAA0-4A3F-A06D-7AF0DF909605}" destId="{601258B7-C1CA-4C28-8BAC-CBFEA910B66F}" srcOrd="2" destOrd="0" parTransId="{39897FF1-6AF2-410D-852A-07B29CE32038}" sibTransId="{29F40746-CDA0-4C5D-B709-671C272C7BAE}"/>
    <dgm:cxn modelId="{54EC0B70-999B-4194-97C0-69279DC2DF43}" type="presOf" srcId="{9B03AC9D-5E67-4187-AEDB-DF85A8BA7362}" destId="{2E807C27-7D9D-4115-820C-359EA2AB3474}" srcOrd="0" destOrd="0" presId="urn:microsoft.com/office/officeart/2008/layout/VerticalCurvedList"/>
    <dgm:cxn modelId="{D24F8571-9B83-4413-86DB-ECBFE306666B}" type="presOf" srcId="{5DD9F0B5-AAA0-4A3F-A06D-7AF0DF909605}" destId="{480DCFAB-D653-47AA-B687-674EA2C262C5}" srcOrd="0" destOrd="0" presId="urn:microsoft.com/office/officeart/2008/layout/VerticalCurvedList"/>
    <dgm:cxn modelId="{E283B180-A74D-4D0C-9E41-884523E529EF}" srcId="{5DD9F0B5-AAA0-4A3F-A06D-7AF0DF909605}" destId="{9B03AC9D-5E67-4187-AEDB-DF85A8BA7362}" srcOrd="3" destOrd="0" parTransId="{B2CC3E13-3CF0-4495-8876-D7DAA7F1D9BC}" sibTransId="{50889C9B-1711-4C70-99E7-41660F581EC1}"/>
    <dgm:cxn modelId="{AE5D96AC-9156-4DE8-BED9-244F30DFE1F8}" type="presOf" srcId="{84793B97-08DD-4D72-A824-ABFAA13ADAA9}" destId="{EA4CC459-8385-4193-860F-CEB0A1406412}" srcOrd="0" destOrd="0" presId="urn:microsoft.com/office/officeart/2008/layout/VerticalCurvedList"/>
    <dgm:cxn modelId="{AE347FAE-7C5E-4C7C-9568-87D3DDD19841}" type="presOf" srcId="{19444C9A-E645-4B35-8D96-D950C07018A0}" destId="{F52FC68D-2D7E-4A9F-A7E8-AD96690A372E}" srcOrd="0" destOrd="0" presId="urn:microsoft.com/office/officeart/2008/layout/VerticalCurvedList"/>
    <dgm:cxn modelId="{448A6DB8-9244-463A-A432-9E552B9B4399}" type="presOf" srcId="{56C75C72-418D-4527-A807-072D4BEEF13D}" destId="{4D684416-84E1-4B5E-B6BF-E47859EF49E8}" srcOrd="0" destOrd="0" presId="urn:microsoft.com/office/officeart/2008/layout/VerticalCurvedList"/>
    <dgm:cxn modelId="{53D2E9C2-1A69-43F0-B0B0-C140D5FD47BA}" type="presOf" srcId="{601258B7-C1CA-4C28-8BAC-CBFEA910B66F}" destId="{CD209FF4-6E17-46FA-BF44-288FB4CB179E}" srcOrd="0" destOrd="0" presId="urn:microsoft.com/office/officeart/2008/layout/VerticalCurvedList"/>
    <dgm:cxn modelId="{F49B13DD-0E4C-4260-BD98-246829CA427A}" type="presOf" srcId="{AF7DDFFB-3F1E-4284-8125-04BEF75FEE50}" destId="{5C3E2CAE-3280-4BC8-BDB5-C50DCE54EAEB}" srcOrd="0" destOrd="0" presId="urn:microsoft.com/office/officeart/2008/layout/VerticalCurvedList"/>
    <dgm:cxn modelId="{59644532-50DA-41CC-B2A8-B45504B94696}" type="presParOf" srcId="{480DCFAB-D653-47AA-B687-674EA2C262C5}" destId="{6783689A-C522-4465-A596-E514E53E525A}" srcOrd="0" destOrd="0" presId="urn:microsoft.com/office/officeart/2008/layout/VerticalCurvedList"/>
    <dgm:cxn modelId="{947EA72D-5E57-439A-B8D7-3920405907D4}" type="presParOf" srcId="{6783689A-C522-4465-A596-E514E53E525A}" destId="{88BBFF9C-19B2-4375-8B0E-2067706D3236}" srcOrd="0" destOrd="0" presId="urn:microsoft.com/office/officeart/2008/layout/VerticalCurvedList"/>
    <dgm:cxn modelId="{5C01D85A-E0FB-4338-9B9A-29F9CF5FF6B9}" type="presParOf" srcId="{88BBFF9C-19B2-4375-8B0E-2067706D3236}" destId="{0CF2775B-9578-47D6-8A38-AC3474BB3655}" srcOrd="0" destOrd="0" presId="urn:microsoft.com/office/officeart/2008/layout/VerticalCurvedList"/>
    <dgm:cxn modelId="{97CDF5E1-32D3-47EB-BB36-32B68D966B32}" type="presParOf" srcId="{88BBFF9C-19B2-4375-8B0E-2067706D3236}" destId="{5C3E2CAE-3280-4BC8-BDB5-C50DCE54EAEB}" srcOrd="1" destOrd="0" presId="urn:microsoft.com/office/officeart/2008/layout/VerticalCurvedList"/>
    <dgm:cxn modelId="{DDD70305-1EE4-43D2-8DAA-4E6A83F2F158}" type="presParOf" srcId="{88BBFF9C-19B2-4375-8B0E-2067706D3236}" destId="{EDFFB4FD-EBB0-4A32-A26D-A63F9F5AE3EB}" srcOrd="2" destOrd="0" presId="urn:microsoft.com/office/officeart/2008/layout/VerticalCurvedList"/>
    <dgm:cxn modelId="{7704AB5A-E63F-4415-B7A8-E7CBA40AB845}" type="presParOf" srcId="{88BBFF9C-19B2-4375-8B0E-2067706D3236}" destId="{55DF3272-644F-4007-998B-D70BB701D645}" srcOrd="3" destOrd="0" presId="urn:microsoft.com/office/officeart/2008/layout/VerticalCurvedList"/>
    <dgm:cxn modelId="{66A903CB-13B9-4398-ABA9-7C1DC78C242C}" type="presParOf" srcId="{6783689A-C522-4465-A596-E514E53E525A}" destId="{4D684416-84E1-4B5E-B6BF-E47859EF49E8}" srcOrd="1" destOrd="0" presId="urn:microsoft.com/office/officeart/2008/layout/VerticalCurvedList"/>
    <dgm:cxn modelId="{7418FB29-E1A0-4366-BA29-955C831D3799}" type="presParOf" srcId="{6783689A-C522-4465-A596-E514E53E525A}" destId="{BBBA1308-7F48-4524-BF9B-62695D62115D}" srcOrd="2" destOrd="0" presId="urn:microsoft.com/office/officeart/2008/layout/VerticalCurvedList"/>
    <dgm:cxn modelId="{F72992B3-716E-4CA2-B6FE-1692256DC839}" type="presParOf" srcId="{BBBA1308-7F48-4524-BF9B-62695D62115D}" destId="{4A2F9709-4120-45FC-A605-79A267518B8D}" srcOrd="0" destOrd="0" presId="urn:microsoft.com/office/officeart/2008/layout/VerticalCurvedList"/>
    <dgm:cxn modelId="{AF08C944-A2EC-4474-BA99-473F2FE8F8EF}" type="presParOf" srcId="{6783689A-C522-4465-A596-E514E53E525A}" destId="{EA4CC459-8385-4193-860F-CEB0A1406412}" srcOrd="3" destOrd="0" presId="urn:microsoft.com/office/officeart/2008/layout/VerticalCurvedList"/>
    <dgm:cxn modelId="{32496ACA-F0F7-41C2-99F4-E8E7AF03640C}" type="presParOf" srcId="{6783689A-C522-4465-A596-E514E53E525A}" destId="{C60E29BF-DAC1-45F8-B4B4-2E39A8C4ABD8}" srcOrd="4" destOrd="0" presId="urn:microsoft.com/office/officeart/2008/layout/VerticalCurvedList"/>
    <dgm:cxn modelId="{4C61270E-AB86-4108-BEEE-93B443B1C03B}" type="presParOf" srcId="{C60E29BF-DAC1-45F8-B4B4-2E39A8C4ABD8}" destId="{DA3CD044-4F95-438D-A2A4-D32BC70FBB89}" srcOrd="0" destOrd="0" presId="urn:microsoft.com/office/officeart/2008/layout/VerticalCurvedList"/>
    <dgm:cxn modelId="{1453B411-C451-4B2F-852E-835D7DAB13B2}" type="presParOf" srcId="{6783689A-C522-4465-A596-E514E53E525A}" destId="{CD209FF4-6E17-46FA-BF44-288FB4CB179E}" srcOrd="5" destOrd="0" presId="urn:microsoft.com/office/officeart/2008/layout/VerticalCurvedList"/>
    <dgm:cxn modelId="{5F3FB561-BB66-4CE0-8F82-34F761177829}" type="presParOf" srcId="{6783689A-C522-4465-A596-E514E53E525A}" destId="{F39BB9B5-E06B-4C88-A44E-79C71C5FF4B1}" srcOrd="6" destOrd="0" presId="urn:microsoft.com/office/officeart/2008/layout/VerticalCurvedList"/>
    <dgm:cxn modelId="{D0A3D7FB-1258-4EFE-AD59-562E3ECA68B9}" type="presParOf" srcId="{F39BB9B5-E06B-4C88-A44E-79C71C5FF4B1}" destId="{EAD99FD9-488B-4BCE-AA09-95526A2AA9DD}" srcOrd="0" destOrd="0" presId="urn:microsoft.com/office/officeart/2008/layout/VerticalCurvedList"/>
    <dgm:cxn modelId="{9C14855A-C952-4E15-BCF7-05D43A57B599}" type="presParOf" srcId="{6783689A-C522-4465-A596-E514E53E525A}" destId="{2E807C27-7D9D-4115-820C-359EA2AB3474}" srcOrd="7" destOrd="0" presId="urn:microsoft.com/office/officeart/2008/layout/VerticalCurvedList"/>
    <dgm:cxn modelId="{62CAF86D-064D-4317-9DD2-35ABB3BEA913}" type="presParOf" srcId="{6783689A-C522-4465-A596-E514E53E525A}" destId="{4123F10B-8FB5-4205-B3EB-E5308FB9B448}" srcOrd="8" destOrd="0" presId="urn:microsoft.com/office/officeart/2008/layout/VerticalCurvedList"/>
    <dgm:cxn modelId="{5DF29DD2-2723-4E2F-8119-DB86B373278B}" type="presParOf" srcId="{4123F10B-8FB5-4205-B3EB-E5308FB9B448}" destId="{3BF1307A-45AC-41D1-A045-5A47F4697CC0}" srcOrd="0" destOrd="0" presId="urn:microsoft.com/office/officeart/2008/layout/VerticalCurvedList"/>
    <dgm:cxn modelId="{BF80A7AD-BAB8-4AD7-A2AA-E225AF9BBC65}" type="presParOf" srcId="{6783689A-C522-4465-A596-E514E53E525A}" destId="{F52FC68D-2D7E-4A9F-A7E8-AD96690A372E}" srcOrd="9" destOrd="0" presId="urn:microsoft.com/office/officeart/2008/layout/VerticalCurvedList"/>
    <dgm:cxn modelId="{8C456996-E49E-4D7B-A1B2-F759ED3A21B4}" type="presParOf" srcId="{6783689A-C522-4465-A596-E514E53E525A}" destId="{3CB23B94-3BBC-4842-AEA5-15C244BA5B07}" srcOrd="10" destOrd="0" presId="urn:microsoft.com/office/officeart/2008/layout/VerticalCurvedList"/>
    <dgm:cxn modelId="{D4768B2D-79E8-4C5A-B402-6AC9630B8972}" type="presParOf" srcId="{3CB23B94-3BBC-4842-AEA5-15C244BA5B07}" destId="{C1E27E7D-A8CE-4249-B5D7-3717E18C912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4E899A-4745-4D99-8703-420E2BFFDA6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995CFF-3841-44CB-A72F-F74E302D40F2}">
      <dgm:prSet/>
      <dgm:spPr/>
      <dgm:t>
        <a:bodyPr/>
        <a:lstStyle/>
        <a:p>
          <a:r>
            <a:rPr lang="en-US"/>
            <a:t>A</a:t>
          </a:r>
        </a:p>
      </dgm:t>
    </dgm:pt>
    <dgm:pt modelId="{7B2DEC3C-926A-4E9D-8537-C639E282BDFC}" type="parTrans" cxnId="{E5111FFB-3430-4683-8667-09E81644A8CC}">
      <dgm:prSet/>
      <dgm:spPr/>
      <dgm:t>
        <a:bodyPr/>
        <a:lstStyle/>
        <a:p>
          <a:endParaRPr lang="en-US"/>
        </a:p>
      </dgm:t>
    </dgm:pt>
    <dgm:pt modelId="{C6EA68A9-C316-47AD-8851-064A9AD4BA98}" type="sibTrans" cxnId="{E5111FFB-3430-4683-8667-09E81644A8CC}">
      <dgm:prSet/>
      <dgm:spPr/>
      <dgm:t>
        <a:bodyPr/>
        <a:lstStyle/>
        <a:p>
          <a:endParaRPr lang="en-US"/>
        </a:p>
      </dgm:t>
    </dgm:pt>
    <dgm:pt modelId="{E773FB18-49B8-41C7-B0A2-ABF72B7CEA47}">
      <dgm:prSet/>
      <dgm:spPr/>
      <dgm:t>
        <a:bodyPr/>
        <a:lstStyle/>
        <a:p>
          <a:r>
            <a:rPr lang="en-US"/>
            <a:t>A</a:t>
          </a:r>
        </a:p>
      </dgm:t>
    </dgm:pt>
    <dgm:pt modelId="{26975736-3473-41AB-9AF7-633CEA9CEB62}" type="parTrans" cxnId="{FCC7C642-CA67-4206-8E32-9852D09AC569}">
      <dgm:prSet/>
      <dgm:spPr/>
      <dgm:t>
        <a:bodyPr/>
        <a:lstStyle/>
        <a:p>
          <a:endParaRPr lang="en-US"/>
        </a:p>
      </dgm:t>
    </dgm:pt>
    <dgm:pt modelId="{29502D32-8559-476C-9648-9F0078DFB03E}" type="sibTrans" cxnId="{FCC7C642-CA67-4206-8E32-9852D09AC569}">
      <dgm:prSet/>
      <dgm:spPr/>
      <dgm:t>
        <a:bodyPr/>
        <a:lstStyle/>
        <a:p>
          <a:endParaRPr lang="en-US"/>
        </a:p>
      </dgm:t>
    </dgm:pt>
    <dgm:pt modelId="{06421C40-B682-47F2-827F-DAD790079B25}">
      <dgm:prSet/>
      <dgm:spPr/>
      <dgm:t>
        <a:bodyPr/>
        <a:lstStyle/>
        <a:p>
          <a:r>
            <a:rPr lang="en-US"/>
            <a:t>A</a:t>
          </a:r>
        </a:p>
      </dgm:t>
    </dgm:pt>
    <dgm:pt modelId="{CF177BBE-F1C9-4C9D-9885-43E89A58401F}" type="parTrans" cxnId="{AEF7BD87-9AF6-4963-AB3A-2169A5961332}">
      <dgm:prSet/>
      <dgm:spPr/>
      <dgm:t>
        <a:bodyPr/>
        <a:lstStyle/>
        <a:p>
          <a:endParaRPr lang="en-US"/>
        </a:p>
      </dgm:t>
    </dgm:pt>
    <dgm:pt modelId="{A5743F3D-E2F6-44BB-9A18-E4731ADAF93A}" type="sibTrans" cxnId="{AEF7BD87-9AF6-4963-AB3A-2169A5961332}">
      <dgm:prSet/>
      <dgm:spPr/>
      <dgm:t>
        <a:bodyPr/>
        <a:lstStyle/>
        <a:p>
          <a:endParaRPr lang="en-US"/>
        </a:p>
      </dgm:t>
    </dgm:pt>
    <dgm:pt modelId="{BA0A4B62-D8CA-4C98-AE4C-A26087820451}">
      <dgm:prSet/>
      <dgm:spPr/>
      <dgm:t>
        <a:bodyPr/>
        <a:lstStyle/>
        <a:p>
          <a:r>
            <a:rPr lang="en-US"/>
            <a:t>a</a:t>
          </a:r>
        </a:p>
      </dgm:t>
    </dgm:pt>
    <dgm:pt modelId="{941CD622-40E4-47A1-9323-72CA0CAED49B}" type="parTrans" cxnId="{194B8C5B-B124-4334-9189-BAB8A70B7193}">
      <dgm:prSet/>
      <dgm:spPr/>
      <dgm:t>
        <a:bodyPr/>
        <a:lstStyle/>
        <a:p>
          <a:endParaRPr lang="en-US"/>
        </a:p>
      </dgm:t>
    </dgm:pt>
    <dgm:pt modelId="{CFB4FF5F-3B99-4CFC-BC3F-13E1DFEDEDE9}" type="sibTrans" cxnId="{194B8C5B-B124-4334-9189-BAB8A70B7193}">
      <dgm:prSet/>
      <dgm:spPr/>
      <dgm:t>
        <a:bodyPr/>
        <a:lstStyle/>
        <a:p>
          <a:endParaRPr lang="en-US"/>
        </a:p>
      </dgm:t>
    </dgm:pt>
    <dgm:pt modelId="{14403591-D88D-4C90-9FC0-7AD6C8958F80}" type="pres">
      <dgm:prSet presAssocID="{D14E899A-4745-4D99-8703-420E2BFFDA65}" presName="linear" presStyleCnt="0">
        <dgm:presLayoutVars>
          <dgm:animLvl val="lvl"/>
          <dgm:resizeHandles val="exact"/>
        </dgm:presLayoutVars>
      </dgm:prSet>
      <dgm:spPr/>
    </dgm:pt>
    <dgm:pt modelId="{87EA05BC-42BE-4574-A0EC-DC5A3D344A6C}" type="pres">
      <dgm:prSet presAssocID="{2D995CFF-3841-44CB-A72F-F74E302D40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212D7D-5329-4FA2-AB18-D7C95E628AC6}" type="pres">
      <dgm:prSet presAssocID="{C6EA68A9-C316-47AD-8851-064A9AD4BA98}" presName="spacer" presStyleCnt="0"/>
      <dgm:spPr/>
    </dgm:pt>
    <dgm:pt modelId="{44A037A3-6406-4FE5-A3E6-B0F19F2952BB}" type="pres">
      <dgm:prSet presAssocID="{E773FB18-49B8-41C7-B0A2-ABF72B7CEA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72BD0C7-339E-4D26-9793-E805B17B75D1}" type="pres">
      <dgm:prSet presAssocID="{29502D32-8559-476C-9648-9F0078DFB03E}" presName="spacer" presStyleCnt="0"/>
      <dgm:spPr/>
    </dgm:pt>
    <dgm:pt modelId="{2818CE65-9643-467E-BDA7-C1361F720811}" type="pres">
      <dgm:prSet presAssocID="{06421C40-B682-47F2-827F-DAD790079B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A34044-231A-4D11-A353-40D2E6988D2F}" type="pres">
      <dgm:prSet presAssocID="{A5743F3D-E2F6-44BB-9A18-E4731ADAF93A}" presName="spacer" presStyleCnt="0"/>
      <dgm:spPr/>
    </dgm:pt>
    <dgm:pt modelId="{AC8B75C1-AA39-4621-9A34-70DE81DFA9F4}" type="pres">
      <dgm:prSet presAssocID="{BA0A4B62-D8CA-4C98-AE4C-A260878204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BAEE04-6EAD-4476-86CF-3F3193D84D63}" type="presOf" srcId="{2D995CFF-3841-44CB-A72F-F74E302D40F2}" destId="{87EA05BC-42BE-4574-A0EC-DC5A3D344A6C}" srcOrd="0" destOrd="0" presId="urn:microsoft.com/office/officeart/2005/8/layout/vList2"/>
    <dgm:cxn modelId="{CDD6200B-07B1-44EE-9A9E-463D5788410D}" type="presOf" srcId="{06421C40-B682-47F2-827F-DAD790079B25}" destId="{2818CE65-9643-467E-BDA7-C1361F720811}" srcOrd="0" destOrd="0" presId="urn:microsoft.com/office/officeart/2005/8/layout/vList2"/>
    <dgm:cxn modelId="{194B8C5B-B124-4334-9189-BAB8A70B7193}" srcId="{D14E899A-4745-4D99-8703-420E2BFFDA65}" destId="{BA0A4B62-D8CA-4C98-AE4C-A26087820451}" srcOrd="3" destOrd="0" parTransId="{941CD622-40E4-47A1-9323-72CA0CAED49B}" sibTransId="{CFB4FF5F-3B99-4CFC-BC3F-13E1DFEDEDE9}"/>
    <dgm:cxn modelId="{FCC7C642-CA67-4206-8E32-9852D09AC569}" srcId="{D14E899A-4745-4D99-8703-420E2BFFDA65}" destId="{E773FB18-49B8-41C7-B0A2-ABF72B7CEA47}" srcOrd="1" destOrd="0" parTransId="{26975736-3473-41AB-9AF7-633CEA9CEB62}" sibTransId="{29502D32-8559-476C-9648-9F0078DFB03E}"/>
    <dgm:cxn modelId="{3239ED80-0EF0-443D-B8AF-3D095561E4AA}" type="presOf" srcId="{D14E899A-4745-4D99-8703-420E2BFFDA65}" destId="{14403591-D88D-4C90-9FC0-7AD6C8958F80}" srcOrd="0" destOrd="0" presId="urn:microsoft.com/office/officeart/2005/8/layout/vList2"/>
    <dgm:cxn modelId="{AEF7BD87-9AF6-4963-AB3A-2169A5961332}" srcId="{D14E899A-4745-4D99-8703-420E2BFFDA65}" destId="{06421C40-B682-47F2-827F-DAD790079B25}" srcOrd="2" destOrd="0" parTransId="{CF177BBE-F1C9-4C9D-9885-43E89A58401F}" sibTransId="{A5743F3D-E2F6-44BB-9A18-E4731ADAF93A}"/>
    <dgm:cxn modelId="{FE9B4B97-CB31-4052-A9EA-F06CD84B0DBA}" type="presOf" srcId="{E773FB18-49B8-41C7-B0A2-ABF72B7CEA47}" destId="{44A037A3-6406-4FE5-A3E6-B0F19F2952BB}" srcOrd="0" destOrd="0" presId="urn:microsoft.com/office/officeart/2005/8/layout/vList2"/>
    <dgm:cxn modelId="{5906F6C9-5E20-4351-9DC8-8892C9C19499}" type="presOf" srcId="{BA0A4B62-D8CA-4C98-AE4C-A26087820451}" destId="{AC8B75C1-AA39-4621-9A34-70DE81DFA9F4}" srcOrd="0" destOrd="0" presId="urn:microsoft.com/office/officeart/2005/8/layout/vList2"/>
    <dgm:cxn modelId="{E5111FFB-3430-4683-8667-09E81644A8CC}" srcId="{D14E899A-4745-4D99-8703-420E2BFFDA65}" destId="{2D995CFF-3841-44CB-A72F-F74E302D40F2}" srcOrd="0" destOrd="0" parTransId="{7B2DEC3C-926A-4E9D-8537-C639E282BDFC}" sibTransId="{C6EA68A9-C316-47AD-8851-064A9AD4BA98}"/>
    <dgm:cxn modelId="{577B1322-1D37-45DC-AD5E-226A9455E4FA}" type="presParOf" srcId="{14403591-D88D-4C90-9FC0-7AD6C8958F80}" destId="{87EA05BC-42BE-4574-A0EC-DC5A3D344A6C}" srcOrd="0" destOrd="0" presId="urn:microsoft.com/office/officeart/2005/8/layout/vList2"/>
    <dgm:cxn modelId="{9658A0EC-2702-4BE2-992C-C2282D240102}" type="presParOf" srcId="{14403591-D88D-4C90-9FC0-7AD6C8958F80}" destId="{86212D7D-5329-4FA2-AB18-D7C95E628AC6}" srcOrd="1" destOrd="0" presId="urn:microsoft.com/office/officeart/2005/8/layout/vList2"/>
    <dgm:cxn modelId="{36A18616-AA47-4254-A3B6-FC46A2D72783}" type="presParOf" srcId="{14403591-D88D-4C90-9FC0-7AD6C8958F80}" destId="{44A037A3-6406-4FE5-A3E6-B0F19F2952BB}" srcOrd="2" destOrd="0" presId="urn:microsoft.com/office/officeart/2005/8/layout/vList2"/>
    <dgm:cxn modelId="{E515A89E-73EA-4343-BADD-A7E9536CC0B2}" type="presParOf" srcId="{14403591-D88D-4C90-9FC0-7AD6C8958F80}" destId="{C72BD0C7-339E-4D26-9793-E805B17B75D1}" srcOrd="3" destOrd="0" presId="urn:microsoft.com/office/officeart/2005/8/layout/vList2"/>
    <dgm:cxn modelId="{D9B5982F-1B42-468A-83A2-B6CB62F6A561}" type="presParOf" srcId="{14403591-D88D-4C90-9FC0-7AD6C8958F80}" destId="{2818CE65-9643-467E-BDA7-C1361F720811}" srcOrd="4" destOrd="0" presId="urn:microsoft.com/office/officeart/2005/8/layout/vList2"/>
    <dgm:cxn modelId="{50ECEC42-6D0E-4318-A676-4E03967BCC7E}" type="presParOf" srcId="{14403591-D88D-4C90-9FC0-7AD6C8958F80}" destId="{20A34044-231A-4D11-A353-40D2E6988D2F}" srcOrd="5" destOrd="0" presId="urn:microsoft.com/office/officeart/2005/8/layout/vList2"/>
    <dgm:cxn modelId="{5C8B8F1E-F5FA-4337-824D-7DB5B7B23789}" type="presParOf" srcId="{14403591-D88D-4C90-9FC0-7AD6C8958F80}" destId="{AC8B75C1-AA39-4621-9A34-70DE81DFA9F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E2CAE-3280-4BC8-BDB5-C50DCE54EAEB}">
      <dsp:nvSpPr>
        <dsp:cNvPr id="0" name=""/>
        <dsp:cNvSpPr/>
      </dsp:nvSpPr>
      <dsp:spPr>
        <a:xfrm>
          <a:off x="-4627691" y="-709478"/>
          <a:ext cx="5512439" cy="5512439"/>
        </a:xfrm>
        <a:prstGeom prst="blockArc">
          <a:avLst>
            <a:gd name="adj1" fmla="val 18900000"/>
            <a:gd name="adj2" fmla="val 2700000"/>
            <a:gd name="adj3" fmla="val 392"/>
          </a:avLst>
        </a:pr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684416-84E1-4B5E-B6BF-E47859EF49E8}">
      <dsp:nvSpPr>
        <dsp:cNvPr id="0" name=""/>
        <dsp:cNvSpPr/>
      </dsp:nvSpPr>
      <dsp:spPr>
        <a:xfrm>
          <a:off x="387262" y="255760"/>
          <a:ext cx="5933212" cy="51184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the same CSS file styles more than one page</a:t>
          </a:r>
          <a:endParaRPr lang="en-US" sz="2100" kern="1200" dirty="0"/>
        </a:p>
      </dsp:txBody>
      <dsp:txXfrm>
        <a:off x="387262" y="255760"/>
        <a:ext cx="5933212" cy="511848"/>
      </dsp:txXfrm>
    </dsp:sp>
    <dsp:sp modelId="{4A2F9709-4120-45FC-A605-79A267518B8D}">
      <dsp:nvSpPr>
        <dsp:cNvPr id="0" name=""/>
        <dsp:cNvSpPr/>
      </dsp:nvSpPr>
      <dsp:spPr>
        <a:xfrm>
          <a:off x="67356" y="191779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CC459-8385-4193-860F-CEB0A1406412}">
      <dsp:nvSpPr>
        <dsp:cNvPr id="0" name=""/>
        <dsp:cNvSpPr/>
      </dsp:nvSpPr>
      <dsp:spPr>
        <a:xfrm>
          <a:off x="754038" y="1023288"/>
          <a:ext cx="5566436" cy="511848"/>
        </a:xfrm>
        <a:prstGeom prst="rect">
          <a:avLst/>
        </a:prstGeom>
        <a:solidFill>
          <a:schemeClr val="accent5">
            <a:hueOff val="-2474057"/>
            <a:satOff val="8986"/>
            <a:lumOff val="83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navigation looks consistent</a:t>
          </a:r>
        </a:p>
      </dsp:txBody>
      <dsp:txXfrm>
        <a:off x="754038" y="1023288"/>
        <a:ext cx="5566436" cy="511848"/>
      </dsp:txXfrm>
    </dsp:sp>
    <dsp:sp modelId="{DA3CD044-4F95-438D-A2A4-D32BC70FBB89}">
      <dsp:nvSpPr>
        <dsp:cNvPr id="0" name=""/>
        <dsp:cNvSpPr/>
      </dsp:nvSpPr>
      <dsp:spPr>
        <a:xfrm>
          <a:off x="434132" y="959307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2474057"/>
              <a:satOff val="8986"/>
              <a:lumOff val="8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09FF4-6E17-46FA-BF44-288FB4CB179E}">
      <dsp:nvSpPr>
        <dsp:cNvPr id="0" name=""/>
        <dsp:cNvSpPr/>
      </dsp:nvSpPr>
      <dsp:spPr>
        <a:xfrm>
          <a:off x="866609" y="1790816"/>
          <a:ext cx="5453865" cy="511848"/>
        </a:xfrm>
        <a:prstGeom prst="rect">
          <a:avLst/>
        </a:prstGeom>
        <a:solidFill>
          <a:schemeClr val="accent5">
            <a:hueOff val="-4948115"/>
            <a:satOff val="17972"/>
            <a:lumOff val="166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text is readable</a:t>
          </a:r>
        </a:p>
      </dsp:txBody>
      <dsp:txXfrm>
        <a:off x="866609" y="1790816"/>
        <a:ext cx="5453865" cy="511848"/>
      </dsp:txXfrm>
    </dsp:sp>
    <dsp:sp modelId="{EAD99FD9-488B-4BCE-AA09-95526A2AA9DD}">
      <dsp:nvSpPr>
        <dsp:cNvPr id="0" name=""/>
        <dsp:cNvSpPr/>
      </dsp:nvSpPr>
      <dsp:spPr>
        <a:xfrm>
          <a:off x="546703" y="1726835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4948115"/>
              <a:satOff val="17972"/>
              <a:lumOff val="1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07C27-7D9D-4115-820C-359EA2AB3474}">
      <dsp:nvSpPr>
        <dsp:cNvPr id="0" name=""/>
        <dsp:cNvSpPr/>
      </dsp:nvSpPr>
      <dsp:spPr>
        <a:xfrm>
          <a:off x="754038" y="2558344"/>
          <a:ext cx="5566436" cy="511848"/>
        </a:xfrm>
        <a:prstGeom prst="rect">
          <a:avLst/>
        </a:prstGeom>
        <a:solidFill>
          <a:schemeClr val="accent5">
            <a:hueOff val="-7422172"/>
            <a:satOff val="26958"/>
            <a:lumOff val="250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spacing is less crowded</a:t>
          </a:r>
        </a:p>
      </dsp:txBody>
      <dsp:txXfrm>
        <a:off x="754038" y="2558344"/>
        <a:ext cx="5566436" cy="511848"/>
      </dsp:txXfrm>
    </dsp:sp>
    <dsp:sp modelId="{3BF1307A-45AC-41D1-A045-5A47F4697CC0}">
      <dsp:nvSpPr>
        <dsp:cNvPr id="0" name=""/>
        <dsp:cNvSpPr/>
      </dsp:nvSpPr>
      <dsp:spPr>
        <a:xfrm>
          <a:off x="434132" y="2494363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7422172"/>
              <a:satOff val="26958"/>
              <a:lumOff val="25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FC68D-2D7E-4A9F-A7E8-AD96690A372E}">
      <dsp:nvSpPr>
        <dsp:cNvPr id="0" name=""/>
        <dsp:cNvSpPr/>
      </dsp:nvSpPr>
      <dsp:spPr>
        <a:xfrm>
          <a:off x="387262" y="3325872"/>
          <a:ext cx="5933212" cy="511848"/>
        </a:xfrm>
        <a:prstGeom prst="rect">
          <a:avLst/>
        </a:prstGeom>
        <a:solidFill>
          <a:schemeClr val="accent5">
            <a:hueOff val="-9896230"/>
            <a:satOff val="35944"/>
            <a:lumOff val="33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one class-based style is used on purpose</a:t>
          </a:r>
        </a:p>
      </dsp:txBody>
      <dsp:txXfrm>
        <a:off x="387262" y="3325872"/>
        <a:ext cx="5933212" cy="511848"/>
      </dsp:txXfrm>
    </dsp:sp>
    <dsp:sp modelId="{C1E27E7D-A8CE-4249-B5D7-3717E18C9127}">
      <dsp:nvSpPr>
        <dsp:cNvPr id="0" name=""/>
        <dsp:cNvSpPr/>
      </dsp:nvSpPr>
      <dsp:spPr>
        <a:xfrm>
          <a:off x="67356" y="3261891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9896230"/>
              <a:satOff val="35944"/>
              <a:lumOff val="33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A05BC-42BE-4574-A0EC-DC5A3D344A6C}">
      <dsp:nvSpPr>
        <dsp:cNvPr id="0" name=""/>
        <dsp:cNvSpPr/>
      </dsp:nvSpPr>
      <dsp:spPr>
        <a:xfrm>
          <a:off x="0" y="8954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62642"/>
        <a:ext cx="4912234" cy="992424"/>
      </dsp:txXfrm>
    </dsp:sp>
    <dsp:sp modelId="{44A037A3-6406-4FE5-A3E6-B0F19F2952BB}">
      <dsp:nvSpPr>
        <dsp:cNvPr id="0" name=""/>
        <dsp:cNvSpPr/>
      </dsp:nvSpPr>
      <dsp:spPr>
        <a:xfrm>
          <a:off x="0" y="1244114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-3298743"/>
                <a:satOff val="11981"/>
                <a:lumOff val="1112"/>
                <a:alphaOff val="0"/>
                <a:tint val="96000"/>
                <a:lumMod val="100000"/>
              </a:schemeClr>
            </a:gs>
            <a:gs pos="78000">
              <a:schemeClr val="accent2">
                <a:hueOff val="-3298743"/>
                <a:satOff val="11981"/>
                <a:lumOff val="111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1297802"/>
        <a:ext cx="4912234" cy="992424"/>
      </dsp:txXfrm>
    </dsp:sp>
    <dsp:sp modelId="{2818CE65-9643-467E-BDA7-C1361F720811}">
      <dsp:nvSpPr>
        <dsp:cNvPr id="0" name=""/>
        <dsp:cNvSpPr/>
      </dsp:nvSpPr>
      <dsp:spPr>
        <a:xfrm>
          <a:off x="0" y="2479275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-6597487"/>
                <a:satOff val="23963"/>
                <a:lumOff val="2223"/>
                <a:alphaOff val="0"/>
                <a:tint val="96000"/>
                <a:lumMod val="100000"/>
              </a:schemeClr>
            </a:gs>
            <a:gs pos="78000">
              <a:schemeClr val="accent2">
                <a:hueOff val="-6597487"/>
                <a:satOff val="23963"/>
                <a:lumOff val="222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2532963"/>
        <a:ext cx="4912234" cy="992424"/>
      </dsp:txXfrm>
    </dsp:sp>
    <dsp:sp modelId="{AC8B75C1-AA39-4621-9A34-70DE81DFA9F4}">
      <dsp:nvSpPr>
        <dsp:cNvPr id="0" name=""/>
        <dsp:cNvSpPr/>
      </dsp:nvSpPr>
      <dsp:spPr>
        <a:xfrm>
          <a:off x="0" y="3714435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2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3768123"/>
        <a:ext cx="4912234" cy="992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43E5A-6629-4B53-8BAD-0FC37077EB1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206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37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5109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5109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65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7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8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300" dirty="0"/>
            </a:br>
            <a:endParaRPr lang="en-US" sz="1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3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833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01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44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6103" y="1358537"/>
            <a:ext cx="5481211" cy="2692299"/>
          </a:xfrm>
        </p:spPr>
        <p:txBody>
          <a:bodyPr/>
          <a:lstStyle/>
          <a:p>
            <a:r>
              <a:rPr lang="en-US" dirty="0"/>
              <a:t>Web Development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n – “Title”</a:t>
            </a:r>
          </a:p>
          <a:p>
            <a:r>
              <a:rPr lang="en-US" i="1" dirty="0"/>
              <a:t>Day 2: “Subtitle”</a:t>
            </a:r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34B9-4282-4F69-6D75-152BF890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171" y="609600"/>
            <a:ext cx="4818330" cy="1320800"/>
          </a:xfrm>
        </p:spPr>
        <p:txBody>
          <a:bodyPr>
            <a:normAutofit/>
          </a:bodyPr>
          <a:lstStyle/>
          <a:p>
            <a:r>
              <a:rPr lang="en-US" dirty="0"/>
              <a:t>Reconnect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F8803AC-EE0E-40C2-AD46-FD84FAD8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187" y="3822970"/>
            <a:ext cx="372084" cy="2918298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3481B-BFB0-AFFA-98C9-8D73B236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71" r="36271" b="-2"/>
          <a:stretch>
            <a:fillRect/>
          </a:stretch>
        </p:blipFill>
        <p:spPr>
          <a:xfrm>
            <a:off x="20" y="1"/>
            <a:ext cx="2050522" cy="6858000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1A3413-562D-435C-AAE4-56808F0CB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357491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FBCD-3E25-CBB7-2E73-683DBF46A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171" y="2160589"/>
            <a:ext cx="4818330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Monday</a:t>
            </a:r>
            <a:r>
              <a:rPr lang="en-US" dirty="0"/>
              <a:t>:</a:t>
            </a:r>
          </a:p>
          <a:p>
            <a:r>
              <a:rPr lang="en-US"/>
              <a:t>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Today</a:t>
            </a:r>
            <a:r>
              <a:rPr lang="en-US" dirty="0"/>
              <a:t>:</a:t>
            </a:r>
          </a:p>
          <a:p>
            <a:r>
              <a:rPr lang="en-US" dirty="0"/>
              <a:t>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3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34B9-4282-4F69-6D75-152BF890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FBCD-3E25-CBB7-2E73-683DBF46A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162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2258-2A42-7358-855B-3C842DFC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/>
              <a:t>What Counts as Success Today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9D804E1-96D4-16D7-7824-FCAA64C9FE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5199" y="1948543"/>
          <a:ext cx="6376127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145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D963D-986F-1524-594C-94C6FC56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1FA2D-2385-DABD-516E-8A2F33DC1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1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F92D707-4F6F-1707-563F-DAA7E83D0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4257526-B660-46EC-83FB-51CCCEF4D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E54613B-CC3A-459D-97E1-23B891DE9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21385D-063D-42D0-BD60-907E9F826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21B275-E6A3-4146-9F5F-5CD28092A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28E190A5-6423-4EE2-AF46-8B82F34BC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4A97AE97-5706-400B-8F09-602A25EA1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860785A-BE10-40E0-8A0F-805CD3F5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93F9C-2692-8651-EDC7-6D41F5D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Demo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2CD66695-C096-4E32-9AC2-19B4EFD6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A97E83CA-07FA-4B94-A213-9E6DA6FA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A531E02F-6391-4B0C-B1E1-D67E8EFC4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8558EC-35CA-4EC8-BB31-75AB78ACA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DFD8B-5C86-3290-9577-EDD61563B509}"/>
              </a:ext>
            </a:extLst>
          </p:cNvPr>
          <p:cNvSpPr txBox="1"/>
          <p:nvPr/>
        </p:nvSpPr>
        <p:spPr>
          <a:xfrm>
            <a:off x="3879669" y="4558937"/>
            <a:ext cx="33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“Basic Type Awareness”</a:t>
            </a:r>
          </a:p>
        </p:txBody>
      </p:sp>
    </p:spTree>
    <p:extLst>
      <p:ext uri="{BB962C8B-B14F-4D97-AF65-F5344CB8AC3E}">
        <p14:creationId xmlns:p14="http://schemas.microsoft.com/office/powerpoint/2010/main" val="85876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What to Watch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CDE13-EC6E-831B-0134-AE933CD2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30" r="39188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91770-93D5-BB07-73B1-5E18A37E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FC5F-5B7A-1907-1B96-3B291123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Common Mistakes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7E06D4AB-F1F0-3CB9-A300-DDF8C00AC1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34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F827-0A5A-D6D9-6C73-5ACE22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31B9-CEED-D579-BC3C-E6F2B784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Lab 0n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6C1C5-46D3-5662-C887-3DA2319E7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61" r="438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20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Evidence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734599" cy="452759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Black fingerprints with one red fingerprint">
            <a:extLst>
              <a:ext uri="{FF2B5EF4-FFF2-40B4-BE49-F238E27FC236}">
                <a16:creationId xmlns:a16="http://schemas.microsoft.com/office/drawing/2014/main" id="{638035A6-8F2B-CFAB-F2A0-C40F7D53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00" r="20500"/>
          <a:stretch/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025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AI Use In Labs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035A6-8F2B-CFAB-F2A0-C40F7D53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18" r="25100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9FEF26-EFF8-357A-2D2D-218C20E2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How To Read Next Week's Material</a:t>
            </a:r>
          </a:p>
        </p:txBody>
      </p:sp>
      <p:pic>
        <p:nvPicPr>
          <p:cNvPr id="10" name="Graphic 9" descr="Books">
            <a:extLst>
              <a:ext uri="{FF2B5EF4-FFF2-40B4-BE49-F238E27FC236}">
                <a16:creationId xmlns:a16="http://schemas.microsoft.com/office/drawing/2014/main" id="{0FEB3F6C-C709-332B-B19B-21114A4BD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105" y="2159331"/>
            <a:ext cx="2186980" cy="218698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22D15-2517-72AD-4A36-2FDECE706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370" y="2160589"/>
            <a:ext cx="3905879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i="1" dirty="0">
                <a:solidFill>
                  <a:schemeClr val="accent6">
                    <a:lumMod val="50000"/>
                  </a:schemeClr>
                </a:solidFill>
              </a:rPr>
              <a:t>Required</a:t>
            </a:r>
            <a:r>
              <a:rPr lang="en-US" sz="1700" dirty="0">
                <a:solidFill>
                  <a:schemeClr val="accent6">
                    <a:lumMod val="50000"/>
                  </a:schemeClr>
                </a:solidFill>
              </a:rPr>
              <a:t>: CSS rules and color.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i="1" dirty="0">
                <a:solidFill>
                  <a:schemeClr val="accent6">
                    <a:lumMod val="50000"/>
                  </a:schemeClr>
                </a:solidFill>
              </a:rPr>
              <a:t>Skim</a:t>
            </a:r>
            <a:r>
              <a:rPr lang="en-US" sz="1700" dirty="0">
                <a:solidFill>
                  <a:schemeClr val="accent6">
                    <a:lumMod val="50000"/>
                  </a:schemeClr>
                </a:solidFill>
              </a:rPr>
              <a:t>: text readability.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i="1" dirty="0">
                <a:solidFill>
                  <a:schemeClr val="accent6">
                    <a:lumMod val="50000"/>
                  </a:schemeClr>
                </a:solidFill>
              </a:rPr>
              <a:t>Reference</a:t>
            </a:r>
            <a:r>
              <a:rPr lang="en-US" sz="1700" dirty="0">
                <a:solidFill>
                  <a:schemeClr val="accent6">
                    <a:lumMod val="50000"/>
                  </a:schemeClr>
                </a:solidFill>
              </a:rPr>
              <a:t>: return during lab.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/>
              <a:t>Focus on: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a.</a:t>
            </a:r>
          </a:p>
        </p:txBody>
      </p:sp>
    </p:spTree>
    <p:extLst>
      <p:ext uri="{BB962C8B-B14F-4D97-AF65-F5344CB8AC3E}">
        <p14:creationId xmlns:p14="http://schemas.microsoft.com/office/powerpoint/2010/main" val="1160087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555-1E16-8E8B-E548-105BA59C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Closing Success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21A-F8C1-15AA-C705-4530AE58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A690D-4CB8-0C66-184B-33949F8D6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7" r="2433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1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0622-6194-2CC7-4489-A2CB9355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Useful AI Prompt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4359E-464A-DA30-EFD5-4AAB4A19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“Prompt goes here …”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728018-283E-379A-70A7-867E4A3D7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24" r="2743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410D77-E7C1-DDF5-0FD1-14A5194B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5021551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dirty="0"/>
              <a:t>Image 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5C1AE-67D2-9312-4902-A1548DA13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599" y="609600"/>
            <a:ext cx="64008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0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10653</TotalTime>
  <Words>147</Words>
  <Application>Microsoft Office PowerPoint</Application>
  <PresentationFormat>On-screen Show (4:3)</PresentationFormat>
  <Paragraphs>57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Trebuchet MS</vt:lpstr>
      <vt:lpstr>Wingdings 3</vt:lpstr>
      <vt:lpstr>Facet</vt:lpstr>
      <vt:lpstr>Web Development Foundations</vt:lpstr>
      <vt:lpstr>Reconnect</vt:lpstr>
      <vt:lpstr>PowerPoint Presentation</vt:lpstr>
      <vt:lpstr>What Counts as Success Today</vt:lpstr>
      <vt:lpstr>Topic</vt:lpstr>
      <vt:lpstr>Demo</vt:lpstr>
      <vt:lpstr>What to Watch For</vt:lpstr>
      <vt:lpstr>PowerPoint Presentation</vt:lpstr>
      <vt:lpstr>Common Mistakes</vt:lpstr>
      <vt:lpstr>Lab</vt:lpstr>
      <vt:lpstr>Evidence</vt:lpstr>
      <vt:lpstr>AI Use In Labs</vt:lpstr>
      <vt:lpstr>How To Read Next Week's Material</vt:lpstr>
      <vt:lpstr>Closing Success Check</vt:lpstr>
      <vt:lpstr>Thank you!  Have Fun!</vt:lpstr>
      <vt:lpstr>Useful AI Prompt Pattern</vt:lpstr>
      <vt:lpstr>Image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137</cp:revision>
  <dcterms:created xsi:type="dcterms:W3CDTF">2013-01-27T09:14:16Z</dcterms:created>
  <dcterms:modified xsi:type="dcterms:W3CDTF">2026-06-28T14:56:36Z</dcterms:modified>
  <cp:category/>
</cp:coreProperties>
</file>