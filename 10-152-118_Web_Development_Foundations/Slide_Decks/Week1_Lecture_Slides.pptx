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something that exists.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something impressive.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build in layers.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 → Appearance →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web page is a document.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an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defines meaning.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appearance.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Pages are connected.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isolated.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beats pretty.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Trying to make it look good too 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multi-page site.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Make it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goal in lab: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Make something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it works,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 succeeded.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 is about structure.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appearance.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communicates meaning.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all content is equal.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Hierarchy matters.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I read only your headings…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 should understand your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“It looks bad.”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Because styling hasn’t been introduced yet.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“It doesn’t work.”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the connection.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I explain what this section 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I move through my site without confusion?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 structure.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someone can understand your site…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Your structure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