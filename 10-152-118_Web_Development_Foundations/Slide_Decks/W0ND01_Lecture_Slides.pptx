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notesMasterIdLst>
    <p:notesMasterId r:id="rId22"/>
  </p:notesMasterIdLst>
  <p:handoutMasterIdLst>
    <p:handoutMasterId r:id="rId23"/>
  </p:handoutMasterIdLst>
  <p:sldIdLst>
    <p:sldId id="256" r:id="rId2"/>
    <p:sldId id="505" r:id="rId3"/>
    <p:sldId id="502" r:id="rId4"/>
    <p:sldId id="504" r:id="rId5"/>
    <p:sldId id="503" r:id="rId6"/>
    <p:sldId id="260" r:id="rId7"/>
    <p:sldId id="364" r:id="rId8"/>
    <p:sldId id="376" r:id="rId9"/>
    <p:sldId id="377" r:id="rId10"/>
    <p:sldId id="487" r:id="rId11"/>
    <p:sldId id="418" r:id="rId12"/>
    <p:sldId id="378" r:id="rId13"/>
    <p:sldId id="490" r:id="rId14"/>
    <p:sldId id="307" r:id="rId15"/>
    <p:sldId id="491" r:id="rId16"/>
    <p:sldId id="374" r:id="rId17"/>
    <p:sldId id="375" r:id="rId18"/>
    <p:sldId id="320" r:id="rId19"/>
    <p:sldId id="373" r:id="rId20"/>
    <p:sldId id="417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68900" autoAdjust="0"/>
  </p:normalViewPr>
  <p:slideViewPr>
    <p:cSldViewPr snapToGrid="0" snapToObjects="1">
      <p:cViewPr varScale="1">
        <p:scale>
          <a:sx n="64" d="100"/>
          <a:sy n="64" d="100"/>
        </p:scale>
        <p:origin x="186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15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0" d="100"/>
          <a:sy n="80" d="100"/>
        </p:scale>
        <p:origin x="4002" y="11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D9F0B5-AAA0-4A3F-A06D-7AF0DF909605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56C75C72-418D-4527-A807-072D4BEEF13D}">
      <dgm:prSet phldrT="[Text]" phldr="0"/>
      <dgm:spPr/>
      <dgm:t>
        <a:bodyPr/>
        <a:lstStyle/>
        <a:p>
          <a:r>
            <a:rPr lang="en-US" b="0" dirty="0"/>
            <a:t>a `.</a:t>
          </a:r>
          <a:r>
            <a:rPr lang="en-US" b="0" dirty="0" err="1"/>
            <a:t>js`</a:t>
          </a:r>
          <a:r>
            <a:rPr lang="en-US" b="0" dirty="0"/>
            <a:t> file runs</a:t>
          </a:r>
          <a:endParaRPr lang="en-US" dirty="0"/>
        </a:p>
      </dgm:t>
    </dgm:pt>
    <dgm:pt modelId="{2EA16CA2-E6A1-4689-9FE1-EEA188CFF3F6}" type="parTrans" cxnId="{1317263A-D35A-4726-A59F-5426E1B35724}">
      <dgm:prSet/>
      <dgm:spPr/>
      <dgm:t>
        <a:bodyPr/>
        <a:lstStyle/>
        <a:p>
          <a:endParaRPr lang="en-US"/>
        </a:p>
      </dgm:t>
    </dgm:pt>
    <dgm:pt modelId="{AF7DDFFB-3F1E-4284-8125-04BEF75FEE50}" type="sibTrans" cxnId="{1317263A-D35A-4726-A59F-5426E1B35724}">
      <dgm:prSet/>
      <dgm:spPr/>
      <dgm:t>
        <a:bodyPr/>
        <a:lstStyle/>
        <a:p>
          <a:endParaRPr lang="en-US"/>
        </a:p>
      </dgm:t>
    </dgm:pt>
    <dgm:pt modelId="{41B26A08-9042-4BDE-A54C-9B621A40F7A8}">
      <dgm:prSet/>
      <dgm:spPr/>
      <dgm:t>
        <a:bodyPr/>
        <a:lstStyle/>
        <a:p>
          <a:pPr>
            <a:buNone/>
          </a:pPr>
          <a:r>
            <a:rPr lang="en-US" b="0" dirty="0"/>
            <a:t>output appears in the console</a:t>
          </a:r>
        </a:p>
      </dgm:t>
    </dgm:pt>
    <dgm:pt modelId="{4D96CF17-2491-4776-BCD1-DF8105FC81A9}" type="parTrans" cxnId="{8909E8EA-97A7-48B0-885A-EEE426CE4237}">
      <dgm:prSet/>
      <dgm:spPr/>
      <dgm:t>
        <a:bodyPr/>
        <a:lstStyle/>
        <a:p>
          <a:endParaRPr lang="en-US"/>
        </a:p>
      </dgm:t>
    </dgm:pt>
    <dgm:pt modelId="{74D312D8-9399-4D9D-9569-4790452EBFED}" type="sibTrans" cxnId="{8909E8EA-97A7-48B0-885A-EEE426CE4237}">
      <dgm:prSet/>
      <dgm:spPr/>
      <dgm:t>
        <a:bodyPr/>
        <a:lstStyle/>
        <a:p>
          <a:endParaRPr lang="en-US"/>
        </a:p>
      </dgm:t>
    </dgm:pt>
    <dgm:pt modelId="{86C00522-DCF8-4073-9C2B-DE4ADDC968C5}">
      <dgm:prSet/>
      <dgm:spPr/>
      <dgm:t>
        <a:bodyPr/>
        <a:lstStyle/>
        <a:p>
          <a:pPr>
            <a:buNone/>
          </a:pPr>
          <a:r>
            <a:rPr lang="en-US" b="0" dirty="0"/>
            <a:t>variables hold values</a:t>
          </a:r>
        </a:p>
      </dgm:t>
    </dgm:pt>
    <dgm:pt modelId="{4D3C5F52-F22D-4070-8E79-86DEB2E7EDBB}" type="parTrans" cxnId="{CE3CB8F8-C2EA-4DC7-A546-9D3AD673D5D8}">
      <dgm:prSet/>
      <dgm:spPr/>
      <dgm:t>
        <a:bodyPr/>
        <a:lstStyle/>
        <a:p>
          <a:endParaRPr lang="en-US"/>
        </a:p>
      </dgm:t>
    </dgm:pt>
    <dgm:pt modelId="{39843193-4B0A-4D69-9662-7969A8EE9238}" type="sibTrans" cxnId="{CE3CB8F8-C2EA-4DC7-A546-9D3AD673D5D8}">
      <dgm:prSet/>
      <dgm:spPr/>
      <dgm:t>
        <a:bodyPr/>
        <a:lstStyle/>
        <a:p>
          <a:endParaRPr lang="en-US"/>
        </a:p>
      </dgm:t>
    </dgm:pt>
    <dgm:pt modelId="{4B2316CD-551D-42F3-9C41-9DB206BD5FD9}">
      <dgm:prSet/>
      <dgm:spPr/>
      <dgm:t>
        <a:bodyPr/>
        <a:lstStyle/>
        <a:p>
          <a:pPr>
            <a:buNone/>
          </a:pPr>
          <a:r>
            <a:rPr lang="en-US" b="0" dirty="0"/>
            <a:t>an `if / else` chooses a path</a:t>
          </a:r>
        </a:p>
      </dgm:t>
    </dgm:pt>
    <dgm:pt modelId="{2C3C2FB6-3FD4-47B8-96BE-55B509B24A88}" type="parTrans" cxnId="{AADCDE5E-6D70-4731-AEEF-9C3B49CE8ED9}">
      <dgm:prSet/>
      <dgm:spPr/>
      <dgm:t>
        <a:bodyPr/>
        <a:lstStyle/>
        <a:p>
          <a:endParaRPr lang="en-US"/>
        </a:p>
      </dgm:t>
    </dgm:pt>
    <dgm:pt modelId="{C8856846-A8A7-4AE2-B9F0-AFEB44F4D2F7}" type="sibTrans" cxnId="{AADCDE5E-6D70-4731-AEEF-9C3B49CE8ED9}">
      <dgm:prSet/>
      <dgm:spPr/>
      <dgm:t>
        <a:bodyPr/>
        <a:lstStyle/>
        <a:p>
          <a:endParaRPr lang="en-US"/>
        </a:p>
      </dgm:t>
    </dgm:pt>
    <dgm:pt modelId="{B4FC56BA-5950-46ED-A460-00F1CDC25F84}">
      <dgm:prSet/>
      <dgm:spPr/>
      <dgm:t>
        <a:bodyPr/>
        <a:lstStyle/>
        <a:p>
          <a:pPr>
            <a:buNone/>
          </a:pPr>
          <a:r>
            <a:rPr lang="en-US" b="0" dirty="0"/>
            <a:t>you predict before you run</a:t>
          </a:r>
        </a:p>
      </dgm:t>
    </dgm:pt>
    <dgm:pt modelId="{0F87C61B-4DEE-4BA1-B733-EA9922614184}" type="parTrans" cxnId="{D47EAD6D-A313-4A5D-B702-CC4CDA776B0A}">
      <dgm:prSet/>
      <dgm:spPr/>
      <dgm:t>
        <a:bodyPr/>
        <a:lstStyle/>
        <a:p>
          <a:endParaRPr lang="en-US"/>
        </a:p>
      </dgm:t>
    </dgm:pt>
    <dgm:pt modelId="{17111237-6856-40C4-B1BC-13D9FFEBA3DF}" type="sibTrans" cxnId="{D47EAD6D-A313-4A5D-B702-CC4CDA776B0A}">
      <dgm:prSet/>
      <dgm:spPr/>
      <dgm:t>
        <a:bodyPr/>
        <a:lstStyle/>
        <a:p>
          <a:endParaRPr lang="en-US"/>
        </a:p>
      </dgm:t>
    </dgm:pt>
    <dgm:pt modelId="{480DCFAB-D653-47AA-B687-674EA2C262C5}" type="pres">
      <dgm:prSet presAssocID="{5DD9F0B5-AAA0-4A3F-A06D-7AF0DF909605}" presName="Name0" presStyleCnt="0">
        <dgm:presLayoutVars>
          <dgm:chMax val="7"/>
          <dgm:chPref val="7"/>
          <dgm:dir/>
        </dgm:presLayoutVars>
      </dgm:prSet>
      <dgm:spPr/>
    </dgm:pt>
    <dgm:pt modelId="{6783689A-C522-4465-A596-E514E53E525A}" type="pres">
      <dgm:prSet presAssocID="{5DD9F0B5-AAA0-4A3F-A06D-7AF0DF909605}" presName="Name1" presStyleCnt="0"/>
      <dgm:spPr/>
    </dgm:pt>
    <dgm:pt modelId="{88BBFF9C-19B2-4375-8B0E-2067706D3236}" type="pres">
      <dgm:prSet presAssocID="{5DD9F0B5-AAA0-4A3F-A06D-7AF0DF909605}" presName="cycle" presStyleCnt="0"/>
      <dgm:spPr/>
    </dgm:pt>
    <dgm:pt modelId="{0CF2775B-9578-47D6-8A38-AC3474BB3655}" type="pres">
      <dgm:prSet presAssocID="{5DD9F0B5-AAA0-4A3F-A06D-7AF0DF909605}" presName="srcNode" presStyleLbl="node1" presStyleIdx="0" presStyleCnt="5"/>
      <dgm:spPr/>
    </dgm:pt>
    <dgm:pt modelId="{5C3E2CAE-3280-4BC8-BDB5-C50DCE54EAEB}" type="pres">
      <dgm:prSet presAssocID="{5DD9F0B5-AAA0-4A3F-A06D-7AF0DF909605}" presName="conn" presStyleLbl="parChTrans1D2" presStyleIdx="0" presStyleCnt="1"/>
      <dgm:spPr/>
    </dgm:pt>
    <dgm:pt modelId="{EDFFB4FD-EBB0-4A32-A26D-A63F9F5AE3EB}" type="pres">
      <dgm:prSet presAssocID="{5DD9F0B5-AAA0-4A3F-A06D-7AF0DF909605}" presName="extraNode" presStyleLbl="node1" presStyleIdx="0" presStyleCnt="5"/>
      <dgm:spPr/>
    </dgm:pt>
    <dgm:pt modelId="{55DF3272-644F-4007-998B-D70BB701D645}" type="pres">
      <dgm:prSet presAssocID="{5DD9F0B5-AAA0-4A3F-A06D-7AF0DF909605}" presName="dstNode" presStyleLbl="node1" presStyleIdx="0" presStyleCnt="5"/>
      <dgm:spPr/>
    </dgm:pt>
    <dgm:pt modelId="{4D684416-84E1-4B5E-B6BF-E47859EF49E8}" type="pres">
      <dgm:prSet presAssocID="{56C75C72-418D-4527-A807-072D4BEEF13D}" presName="text_1" presStyleLbl="node1" presStyleIdx="0" presStyleCnt="5">
        <dgm:presLayoutVars>
          <dgm:bulletEnabled val="1"/>
        </dgm:presLayoutVars>
      </dgm:prSet>
      <dgm:spPr/>
    </dgm:pt>
    <dgm:pt modelId="{BBBA1308-7F48-4524-BF9B-62695D62115D}" type="pres">
      <dgm:prSet presAssocID="{56C75C72-418D-4527-A807-072D4BEEF13D}" presName="accent_1" presStyleCnt="0"/>
      <dgm:spPr/>
    </dgm:pt>
    <dgm:pt modelId="{4A2F9709-4120-45FC-A605-79A267518B8D}" type="pres">
      <dgm:prSet presAssocID="{56C75C72-418D-4527-A807-072D4BEEF13D}" presName="accentRepeatNode" presStyleLbl="solidFgAcc1" presStyleIdx="0" presStyleCnt="5"/>
      <dgm:spPr/>
    </dgm:pt>
    <dgm:pt modelId="{4B7E5749-EEE8-4873-AC05-B3830EB8B342}" type="pres">
      <dgm:prSet presAssocID="{41B26A08-9042-4BDE-A54C-9B621A40F7A8}" presName="text_2" presStyleLbl="node1" presStyleIdx="1" presStyleCnt="5">
        <dgm:presLayoutVars>
          <dgm:bulletEnabled val="1"/>
        </dgm:presLayoutVars>
      </dgm:prSet>
      <dgm:spPr/>
    </dgm:pt>
    <dgm:pt modelId="{6EC995F9-F015-4E46-B06F-BE5FAE6FB82A}" type="pres">
      <dgm:prSet presAssocID="{41B26A08-9042-4BDE-A54C-9B621A40F7A8}" presName="accent_2" presStyleCnt="0"/>
      <dgm:spPr/>
    </dgm:pt>
    <dgm:pt modelId="{1DF60AF1-73CA-4F37-B3C0-EC86954E4974}" type="pres">
      <dgm:prSet presAssocID="{41B26A08-9042-4BDE-A54C-9B621A40F7A8}" presName="accentRepeatNode" presStyleLbl="solidFgAcc1" presStyleIdx="1" presStyleCnt="5"/>
      <dgm:spPr/>
    </dgm:pt>
    <dgm:pt modelId="{D252A48C-AFEF-4B39-A6BC-724FC9E3E041}" type="pres">
      <dgm:prSet presAssocID="{86C00522-DCF8-4073-9C2B-DE4ADDC968C5}" presName="text_3" presStyleLbl="node1" presStyleIdx="2" presStyleCnt="5">
        <dgm:presLayoutVars>
          <dgm:bulletEnabled val="1"/>
        </dgm:presLayoutVars>
      </dgm:prSet>
      <dgm:spPr/>
    </dgm:pt>
    <dgm:pt modelId="{D2DBC08D-BD0F-4621-A42D-A707E7F5C524}" type="pres">
      <dgm:prSet presAssocID="{86C00522-DCF8-4073-9C2B-DE4ADDC968C5}" presName="accent_3" presStyleCnt="0"/>
      <dgm:spPr/>
    </dgm:pt>
    <dgm:pt modelId="{77B539A4-8DB6-45ED-B00A-949AD4AD85DF}" type="pres">
      <dgm:prSet presAssocID="{86C00522-DCF8-4073-9C2B-DE4ADDC968C5}" presName="accentRepeatNode" presStyleLbl="solidFgAcc1" presStyleIdx="2" presStyleCnt="5"/>
      <dgm:spPr/>
    </dgm:pt>
    <dgm:pt modelId="{DFA055D4-F333-48C5-A9C2-355B1ED17250}" type="pres">
      <dgm:prSet presAssocID="{4B2316CD-551D-42F3-9C41-9DB206BD5FD9}" presName="text_4" presStyleLbl="node1" presStyleIdx="3" presStyleCnt="5">
        <dgm:presLayoutVars>
          <dgm:bulletEnabled val="1"/>
        </dgm:presLayoutVars>
      </dgm:prSet>
      <dgm:spPr/>
    </dgm:pt>
    <dgm:pt modelId="{4A553184-00E8-4B0B-B98A-EAC5DFEEC04E}" type="pres">
      <dgm:prSet presAssocID="{4B2316CD-551D-42F3-9C41-9DB206BD5FD9}" presName="accent_4" presStyleCnt="0"/>
      <dgm:spPr/>
    </dgm:pt>
    <dgm:pt modelId="{594E2ABA-355C-4FB7-80F4-25B54F7A094E}" type="pres">
      <dgm:prSet presAssocID="{4B2316CD-551D-42F3-9C41-9DB206BD5FD9}" presName="accentRepeatNode" presStyleLbl="solidFgAcc1" presStyleIdx="3" presStyleCnt="5"/>
      <dgm:spPr/>
    </dgm:pt>
    <dgm:pt modelId="{DE4BBE18-EC21-4EB4-A54C-786A7893B0F4}" type="pres">
      <dgm:prSet presAssocID="{B4FC56BA-5950-46ED-A460-00F1CDC25F84}" presName="text_5" presStyleLbl="node1" presStyleIdx="4" presStyleCnt="5">
        <dgm:presLayoutVars>
          <dgm:bulletEnabled val="1"/>
        </dgm:presLayoutVars>
      </dgm:prSet>
      <dgm:spPr/>
    </dgm:pt>
    <dgm:pt modelId="{D217951A-6091-4CFF-857C-CC281C1CF77A}" type="pres">
      <dgm:prSet presAssocID="{B4FC56BA-5950-46ED-A460-00F1CDC25F84}" presName="accent_5" presStyleCnt="0"/>
      <dgm:spPr/>
    </dgm:pt>
    <dgm:pt modelId="{28E51495-1FA3-4100-953A-562A8706F005}" type="pres">
      <dgm:prSet presAssocID="{B4FC56BA-5950-46ED-A460-00F1CDC25F84}" presName="accentRepeatNode" presStyleLbl="solidFgAcc1" presStyleIdx="4" presStyleCnt="5"/>
      <dgm:spPr/>
    </dgm:pt>
  </dgm:ptLst>
  <dgm:cxnLst>
    <dgm:cxn modelId="{93473F22-4A06-4A12-BA9B-58FE3A871008}" type="presOf" srcId="{4B2316CD-551D-42F3-9C41-9DB206BD5FD9}" destId="{DFA055D4-F333-48C5-A9C2-355B1ED17250}" srcOrd="0" destOrd="0" presId="urn:microsoft.com/office/officeart/2008/layout/VerticalCurvedList"/>
    <dgm:cxn modelId="{1317263A-D35A-4726-A59F-5426E1B35724}" srcId="{5DD9F0B5-AAA0-4A3F-A06D-7AF0DF909605}" destId="{56C75C72-418D-4527-A807-072D4BEEF13D}" srcOrd="0" destOrd="0" parTransId="{2EA16CA2-E6A1-4689-9FE1-EEA188CFF3F6}" sibTransId="{AF7DDFFB-3F1E-4284-8125-04BEF75FEE50}"/>
    <dgm:cxn modelId="{AADCDE5E-6D70-4731-AEEF-9C3B49CE8ED9}" srcId="{5DD9F0B5-AAA0-4A3F-A06D-7AF0DF909605}" destId="{4B2316CD-551D-42F3-9C41-9DB206BD5FD9}" srcOrd="3" destOrd="0" parTransId="{2C3C2FB6-3FD4-47B8-96BE-55B509B24A88}" sibTransId="{C8856846-A8A7-4AE2-B9F0-AFEB44F4D2F7}"/>
    <dgm:cxn modelId="{D47EAD6D-A313-4A5D-B702-CC4CDA776B0A}" srcId="{5DD9F0B5-AAA0-4A3F-A06D-7AF0DF909605}" destId="{B4FC56BA-5950-46ED-A460-00F1CDC25F84}" srcOrd="4" destOrd="0" parTransId="{0F87C61B-4DEE-4BA1-B733-EA9922614184}" sibTransId="{17111237-6856-40C4-B1BC-13D9FFEBA3DF}"/>
    <dgm:cxn modelId="{D24F8571-9B83-4413-86DB-ECBFE306666B}" type="presOf" srcId="{5DD9F0B5-AAA0-4A3F-A06D-7AF0DF909605}" destId="{480DCFAB-D653-47AA-B687-674EA2C262C5}" srcOrd="0" destOrd="0" presId="urn:microsoft.com/office/officeart/2008/layout/VerticalCurvedList"/>
    <dgm:cxn modelId="{CE62E480-0177-442F-B1BC-0901A3FB0934}" type="presOf" srcId="{B4FC56BA-5950-46ED-A460-00F1CDC25F84}" destId="{DE4BBE18-EC21-4EB4-A54C-786A7893B0F4}" srcOrd="0" destOrd="0" presId="urn:microsoft.com/office/officeart/2008/layout/VerticalCurvedList"/>
    <dgm:cxn modelId="{448A6DB8-9244-463A-A432-9E552B9B4399}" type="presOf" srcId="{56C75C72-418D-4527-A807-072D4BEEF13D}" destId="{4D684416-84E1-4B5E-B6BF-E47859EF49E8}" srcOrd="0" destOrd="0" presId="urn:microsoft.com/office/officeart/2008/layout/VerticalCurvedList"/>
    <dgm:cxn modelId="{243ACECE-E337-4C57-8AE6-D80E5837E17F}" type="presOf" srcId="{41B26A08-9042-4BDE-A54C-9B621A40F7A8}" destId="{4B7E5749-EEE8-4873-AC05-B3830EB8B342}" srcOrd="0" destOrd="0" presId="urn:microsoft.com/office/officeart/2008/layout/VerticalCurvedList"/>
    <dgm:cxn modelId="{F49B13DD-0E4C-4260-BD98-246829CA427A}" type="presOf" srcId="{AF7DDFFB-3F1E-4284-8125-04BEF75FEE50}" destId="{5C3E2CAE-3280-4BC8-BDB5-C50DCE54EAEB}" srcOrd="0" destOrd="0" presId="urn:microsoft.com/office/officeart/2008/layout/VerticalCurvedList"/>
    <dgm:cxn modelId="{485D54E9-CBAE-48B1-AE25-6308AB2E2392}" type="presOf" srcId="{86C00522-DCF8-4073-9C2B-DE4ADDC968C5}" destId="{D252A48C-AFEF-4B39-A6BC-724FC9E3E041}" srcOrd="0" destOrd="0" presId="urn:microsoft.com/office/officeart/2008/layout/VerticalCurvedList"/>
    <dgm:cxn modelId="{8909E8EA-97A7-48B0-885A-EEE426CE4237}" srcId="{5DD9F0B5-AAA0-4A3F-A06D-7AF0DF909605}" destId="{41B26A08-9042-4BDE-A54C-9B621A40F7A8}" srcOrd="1" destOrd="0" parTransId="{4D96CF17-2491-4776-BCD1-DF8105FC81A9}" sibTransId="{74D312D8-9399-4D9D-9569-4790452EBFED}"/>
    <dgm:cxn modelId="{CE3CB8F8-C2EA-4DC7-A546-9D3AD673D5D8}" srcId="{5DD9F0B5-AAA0-4A3F-A06D-7AF0DF909605}" destId="{86C00522-DCF8-4073-9C2B-DE4ADDC968C5}" srcOrd="2" destOrd="0" parTransId="{4D3C5F52-F22D-4070-8E79-86DEB2E7EDBB}" sibTransId="{39843193-4B0A-4D69-9662-7969A8EE9238}"/>
    <dgm:cxn modelId="{59644532-50DA-41CC-B2A8-B45504B94696}" type="presParOf" srcId="{480DCFAB-D653-47AA-B687-674EA2C262C5}" destId="{6783689A-C522-4465-A596-E514E53E525A}" srcOrd="0" destOrd="0" presId="urn:microsoft.com/office/officeart/2008/layout/VerticalCurvedList"/>
    <dgm:cxn modelId="{947EA72D-5E57-439A-B8D7-3920405907D4}" type="presParOf" srcId="{6783689A-C522-4465-A596-E514E53E525A}" destId="{88BBFF9C-19B2-4375-8B0E-2067706D3236}" srcOrd="0" destOrd="0" presId="urn:microsoft.com/office/officeart/2008/layout/VerticalCurvedList"/>
    <dgm:cxn modelId="{5C01D85A-E0FB-4338-9B9A-29F9CF5FF6B9}" type="presParOf" srcId="{88BBFF9C-19B2-4375-8B0E-2067706D3236}" destId="{0CF2775B-9578-47D6-8A38-AC3474BB3655}" srcOrd="0" destOrd="0" presId="urn:microsoft.com/office/officeart/2008/layout/VerticalCurvedList"/>
    <dgm:cxn modelId="{97CDF5E1-32D3-47EB-BB36-32B68D966B32}" type="presParOf" srcId="{88BBFF9C-19B2-4375-8B0E-2067706D3236}" destId="{5C3E2CAE-3280-4BC8-BDB5-C50DCE54EAEB}" srcOrd="1" destOrd="0" presId="urn:microsoft.com/office/officeart/2008/layout/VerticalCurvedList"/>
    <dgm:cxn modelId="{DDD70305-1EE4-43D2-8DAA-4E6A83F2F158}" type="presParOf" srcId="{88BBFF9C-19B2-4375-8B0E-2067706D3236}" destId="{EDFFB4FD-EBB0-4A32-A26D-A63F9F5AE3EB}" srcOrd="2" destOrd="0" presId="urn:microsoft.com/office/officeart/2008/layout/VerticalCurvedList"/>
    <dgm:cxn modelId="{7704AB5A-E63F-4415-B7A8-E7CBA40AB845}" type="presParOf" srcId="{88BBFF9C-19B2-4375-8B0E-2067706D3236}" destId="{55DF3272-644F-4007-998B-D70BB701D645}" srcOrd="3" destOrd="0" presId="urn:microsoft.com/office/officeart/2008/layout/VerticalCurvedList"/>
    <dgm:cxn modelId="{66A903CB-13B9-4398-ABA9-7C1DC78C242C}" type="presParOf" srcId="{6783689A-C522-4465-A596-E514E53E525A}" destId="{4D684416-84E1-4B5E-B6BF-E47859EF49E8}" srcOrd="1" destOrd="0" presId="urn:microsoft.com/office/officeart/2008/layout/VerticalCurvedList"/>
    <dgm:cxn modelId="{7418FB29-E1A0-4366-BA29-955C831D3799}" type="presParOf" srcId="{6783689A-C522-4465-A596-E514E53E525A}" destId="{BBBA1308-7F48-4524-BF9B-62695D62115D}" srcOrd="2" destOrd="0" presId="urn:microsoft.com/office/officeart/2008/layout/VerticalCurvedList"/>
    <dgm:cxn modelId="{F72992B3-716E-4CA2-B6FE-1692256DC839}" type="presParOf" srcId="{BBBA1308-7F48-4524-BF9B-62695D62115D}" destId="{4A2F9709-4120-45FC-A605-79A267518B8D}" srcOrd="0" destOrd="0" presId="urn:microsoft.com/office/officeart/2008/layout/VerticalCurvedList"/>
    <dgm:cxn modelId="{7BF3B3E8-60C0-4F71-B5AD-02BBB018830B}" type="presParOf" srcId="{6783689A-C522-4465-A596-E514E53E525A}" destId="{4B7E5749-EEE8-4873-AC05-B3830EB8B342}" srcOrd="3" destOrd="0" presId="urn:microsoft.com/office/officeart/2008/layout/VerticalCurvedList"/>
    <dgm:cxn modelId="{3AB8B5BB-35A9-4EC7-BB46-B61ADA61F36E}" type="presParOf" srcId="{6783689A-C522-4465-A596-E514E53E525A}" destId="{6EC995F9-F015-4E46-B06F-BE5FAE6FB82A}" srcOrd="4" destOrd="0" presId="urn:microsoft.com/office/officeart/2008/layout/VerticalCurvedList"/>
    <dgm:cxn modelId="{ADEB04E8-B2BF-449C-83C9-89242BF736FB}" type="presParOf" srcId="{6EC995F9-F015-4E46-B06F-BE5FAE6FB82A}" destId="{1DF60AF1-73CA-4F37-B3C0-EC86954E4974}" srcOrd="0" destOrd="0" presId="urn:microsoft.com/office/officeart/2008/layout/VerticalCurvedList"/>
    <dgm:cxn modelId="{D9B089D5-7FDA-48D9-979B-A329EDD78751}" type="presParOf" srcId="{6783689A-C522-4465-A596-E514E53E525A}" destId="{D252A48C-AFEF-4B39-A6BC-724FC9E3E041}" srcOrd="5" destOrd="0" presId="urn:microsoft.com/office/officeart/2008/layout/VerticalCurvedList"/>
    <dgm:cxn modelId="{B80157CF-18A3-491C-B44E-10D44EA32A51}" type="presParOf" srcId="{6783689A-C522-4465-A596-E514E53E525A}" destId="{D2DBC08D-BD0F-4621-A42D-A707E7F5C524}" srcOrd="6" destOrd="0" presId="urn:microsoft.com/office/officeart/2008/layout/VerticalCurvedList"/>
    <dgm:cxn modelId="{BBEF1EBE-4838-418D-B75F-8F260187E6D4}" type="presParOf" srcId="{D2DBC08D-BD0F-4621-A42D-A707E7F5C524}" destId="{77B539A4-8DB6-45ED-B00A-949AD4AD85DF}" srcOrd="0" destOrd="0" presId="urn:microsoft.com/office/officeart/2008/layout/VerticalCurvedList"/>
    <dgm:cxn modelId="{8CAD9593-ED6C-443D-A44D-3AE98AEF18E1}" type="presParOf" srcId="{6783689A-C522-4465-A596-E514E53E525A}" destId="{DFA055D4-F333-48C5-A9C2-355B1ED17250}" srcOrd="7" destOrd="0" presId="urn:microsoft.com/office/officeart/2008/layout/VerticalCurvedList"/>
    <dgm:cxn modelId="{A0225774-C05E-4056-B2F7-801C9640BB9B}" type="presParOf" srcId="{6783689A-C522-4465-A596-E514E53E525A}" destId="{4A553184-00E8-4B0B-B98A-EAC5DFEEC04E}" srcOrd="8" destOrd="0" presId="urn:microsoft.com/office/officeart/2008/layout/VerticalCurvedList"/>
    <dgm:cxn modelId="{CA644B34-3ED0-442B-B4A7-3219894093D5}" type="presParOf" srcId="{4A553184-00E8-4B0B-B98A-EAC5DFEEC04E}" destId="{594E2ABA-355C-4FB7-80F4-25B54F7A094E}" srcOrd="0" destOrd="0" presId="urn:microsoft.com/office/officeart/2008/layout/VerticalCurvedList"/>
    <dgm:cxn modelId="{1AC9B0A2-5600-45AA-BFAE-5F16C8FC9081}" type="presParOf" srcId="{6783689A-C522-4465-A596-E514E53E525A}" destId="{DE4BBE18-EC21-4EB4-A54C-786A7893B0F4}" srcOrd="9" destOrd="0" presId="urn:microsoft.com/office/officeart/2008/layout/VerticalCurvedList"/>
    <dgm:cxn modelId="{D680B838-6511-43A8-8EB4-BD7783E035B5}" type="presParOf" srcId="{6783689A-C522-4465-A596-E514E53E525A}" destId="{D217951A-6091-4CFF-857C-CC281C1CF77A}" srcOrd="10" destOrd="0" presId="urn:microsoft.com/office/officeart/2008/layout/VerticalCurvedList"/>
    <dgm:cxn modelId="{E4209662-F8CF-4491-B5E9-4E6877D01240}" type="presParOf" srcId="{D217951A-6091-4CFF-857C-CC281C1CF77A}" destId="{28E51495-1FA3-4100-953A-562A8706F00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14E899A-4745-4D99-8703-420E2BFFDA65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D995CFF-3841-44CB-A72F-F74E302D40F2}">
      <dgm:prSet/>
      <dgm:spPr/>
      <dgm:t>
        <a:bodyPr/>
        <a:lstStyle/>
        <a:p>
          <a:r>
            <a:rPr lang="en-US"/>
            <a:t>A</a:t>
          </a:r>
        </a:p>
      </dgm:t>
    </dgm:pt>
    <dgm:pt modelId="{7B2DEC3C-926A-4E9D-8537-C639E282BDFC}" type="parTrans" cxnId="{E5111FFB-3430-4683-8667-09E81644A8CC}">
      <dgm:prSet/>
      <dgm:spPr/>
      <dgm:t>
        <a:bodyPr/>
        <a:lstStyle/>
        <a:p>
          <a:endParaRPr lang="en-US"/>
        </a:p>
      </dgm:t>
    </dgm:pt>
    <dgm:pt modelId="{C6EA68A9-C316-47AD-8851-064A9AD4BA98}" type="sibTrans" cxnId="{E5111FFB-3430-4683-8667-09E81644A8CC}">
      <dgm:prSet/>
      <dgm:spPr/>
      <dgm:t>
        <a:bodyPr/>
        <a:lstStyle/>
        <a:p>
          <a:endParaRPr lang="en-US"/>
        </a:p>
      </dgm:t>
    </dgm:pt>
    <dgm:pt modelId="{E773FB18-49B8-41C7-B0A2-ABF72B7CEA47}">
      <dgm:prSet/>
      <dgm:spPr/>
      <dgm:t>
        <a:bodyPr/>
        <a:lstStyle/>
        <a:p>
          <a:r>
            <a:rPr lang="en-US"/>
            <a:t>A</a:t>
          </a:r>
        </a:p>
      </dgm:t>
    </dgm:pt>
    <dgm:pt modelId="{26975736-3473-41AB-9AF7-633CEA9CEB62}" type="parTrans" cxnId="{FCC7C642-CA67-4206-8E32-9852D09AC569}">
      <dgm:prSet/>
      <dgm:spPr/>
      <dgm:t>
        <a:bodyPr/>
        <a:lstStyle/>
        <a:p>
          <a:endParaRPr lang="en-US"/>
        </a:p>
      </dgm:t>
    </dgm:pt>
    <dgm:pt modelId="{29502D32-8559-476C-9648-9F0078DFB03E}" type="sibTrans" cxnId="{FCC7C642-CA67-4206-8E32-9852D09AC569}">
      <dgm:prSet/>
      <dgm:spPr/>
      <dgm:t>
        <a:bodyPr/>
        <a:lstStyle/>
        <a:p>
          <a:endParaRPr lang="en-US"/>
        </a:p>
      </dgm:t>
    </dgm:pt>
    <dgm:pt modelId="{06421C40-B682-47F2-827F-DAD790079B25}">
      <dgm:prSet/>
      <dgm:spPr/>
      <dgm:t>
        <a:bodyPr/>
        <a:lstStyle/>
        <a:p>
          <a:r>
            <a:rPr lang="en-US"/>
            <a:t>A</a:t>
          </a:r>
        </a:p>
      </dgm:t>
    </dgm:pt>
    <dgm:pt modelId="{CF177BBE-F1C9-4C9D-9885-43E89A58401F}" type="parTrans" cxnId="{AEF7BD87-9AF6-4963-AB3A-2169A5961332}">
      <dgm:prSet/>
      <dgm:spPr/>
      <dgm:t>
        <a:bodyPr/>
        <a:lstStyle/>
        <a:p>
          <a:endParaRPr lang="en-US"/>
        </a:p>
      </dgm:t>
    </dgm:pt>
    <dgm:pt modelId="{A5743F3D-E2F6-44BB-9A18-E4731ADAF93A}" type="sibTrans" cxnId="{AEF7BD87-9AF6-4963-AB3A-2169A5961332}">
      <dgm:prSet/>
      <dgm:spPr/>
      <dgm:t>
        <a:bodyPr/>
        <a:lstStyle/>
        <a:p>
          <a:endParaRPr lang="en-US"/>
        </a:p>
      </dgm:t>
    </dgm:pt>
    <dgm:pt modelId="{BA0A4B62-D8CA-4C98-AE4C-A26087820451}">
      <dgm:prSet/>
      <dgm:spPr/>
      <dgm:t>
        <a:bodyPr/>
        <a:lstStyle/>
        <a:p>
          <a:r>
            <a:rPr lang="en-US"/>
            <a:t>a</a:t>
          </a:r>
        </a:p>
      </dgm:t>
    </dgm:pt>
    <dgm:pt modelId="{941CD622-40E4-47A1-9323-72CA0CAED49B}" type="parTrans" cxnId="{194B8C5B-B124-4334-9189-BAB8A70B7193}">
      <dgm:prSet/>
      <dgm:spPr/>
      <dgm:t>
        <a:bodyPr/>
        <a:lstStyle/>
        <a:p>
          <a:endParaRPr lang="en-US"/>
        </a:p>
      </dgm:t>
    </dgm:pt>
    <dgm:pt modelId="{CFB4FF5F-3B99-4CFC-BC3F-13E1DFEDEDE9}" type="sibTrans" cxnId="{194B8C5B-B124-4334-9189-BAB8A70B7193}">
      <dgm:prSet/>
      <dgm:spPr/>
      <dgm:t>
        <a:bodyPr/>
        <a:lstStyle/>
        <a:p>
          <a:endParaRPr lang="en-US"/>
        </a:p>
      </dgm:t>
    </dgm:pt>
    <dgm:pt modelId="{14403591-D88D-4C90-9FC0-7AD6C8958F80}" type="pres">
      <dgm:prSet presAssocID="{D14E899A-4745-4D99-8703-420E2BFFDA65}" presName="linear" presStyleCnt="0">
        <dgm:presLayoutVars>
          <dgm:animLvl val="lvl"/>
          <dgm:resizeHandles val="exact"/>
        </dgm:presLayoutVars>
      </dgm:prSet>
      <dgm:spPr/>
    </dgm:pt>
    <dgm:pt modelId="{87EA05BC-42BE-4574-A0EC-DC5A3D344A6C}" type="pres">
      <dgm:prSet presAssocID="{2D995CFF-3841-44CB-A72F-F74E302D40F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6212D7D-5329-4FA2-AB18-D7C95E628AC6}" type="pres">
      <dgm:prSet presAssocID="{C6EA68A9-C316-47AD-8851-064A9AD4BA98}" presName="spacer" presStyleCnt="0"/>
      <dgm:spPr/>
    </dgm:pt>
    <dgm:pt modelId="{44A037A3-6406-4FE5-A3E6-B0F19F2952BB}" type="pres">
      <dgm:prSet presAssocID="{E773FB18-49B8-41C7-B0A2-ABF72B7CEA4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72BD0C7-339E-4D26-9793-E805B17B75D1}" type="pres">
      <dgm:prSet presAssocID="{29502D32-8559-476C-9648-9F0078DFB03E}" presName="spacer" presStyleCnt="0"/>
      <dgm:spPr/>
    </dgm:pt>
    <dgm:pt modelId="{2818CE65-9643-467E-BDA7-C1361F720811}" type="pres">
      <dgm:prSet presAssocID="{06421C40-B682-47F2-827F-DAD790079B2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0A34044-231A-4D11-A353-40D2E6988D2F}" type="pres">
      <dgm:prSet presAssocID="{A5743F3D-E2F6-44BB-9A18-E4731ADAF93A}" presName="spacer" presStyleCnt="0"/>
      <dgm:spPr/>
    </dgm:pt>
    <dgm:pt modelId="{AC8B75C1-AA39-4621-9A34-70DE81DFA9F4}" type="pres">
      <dgm:prSet presAssocID="{BA0A4B62-D8CA-4C98-AE4C-A2608782045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ABAEE04-6EAD-4476-86CF-3F3193D84D63}" type="presOf" srcId="{2D995CFF-3841-44CB-A72F-F74E302D40F2}" destId="{87EA05BC-42BE-4574-A0EC-DC5A3D344A6C}" srcOrd="0" destOrd="0" presId="urn:microsoft.com/office/officeart/2005/8/layout/vList2"/>
    <dgm:cxn modelId="{CDD6200B-07B1-44EE-9A9E-463D5788410D}" type="presOf" srcId="{06421C40-B682-47F2-827F-DAD790079B25}" destId="{2818CE65-9643-467E-BDA7-C1361F720811}" srcOrd="0" destOrd="0" presId="urn:microsoft.com/office/officeart/2005/8/layout/vList2"/>
    <dgm:cxn modelId="{194B8C5B-B124-4334-9189-BAB8A70B7193}" srcId="{D14E899A-4745-4D99-8703-420E2BFFDA65}" destId="{BA0A4B62-D8CA-4C98-AE4C-A26087820451}" srcOrd="3" destOrd="0" parTransId="{941CD622-40E4-47A1-9323-72CA0CAED49B}" sibTransId="{CFB4FF5F-3B99-4CFC-BC3F-13E1DFEDEDE9}"/>
    <dgm:cxn modelId="{FCC7C642-CA67-4206-8E32-9852D09AC569}" srcId="{D14E899A-4745-4D99-8703-420E2BFFDA65}" destId="{E773FB18-49B8-41C7-B0A2-ABF72B7CEA47}" srcOrd="1" destOrd="0" parTransId="{26975736-3473-41AB-9AF7-633CEA9CEB62}" sibTransId="{29502D32-8559-476C-9648-9F0078DFB03E}"/>
    <dgm:cxn modelId="{3239ED80-0EF0-443D-B8AF-3D095561E4AA}" type="presOf" srcId="{D14E899A-4745-4D99-8703-420E2BFFDA65}" destId="{14403591-D88D-4C90-9FC0-7AD6C8958F80}" srcOrd="0" destOrd="0" presId="urn:microsoft.com/office/officeart/2005/8/layout/vList2"/>
    <dgm:cxn modelId="{AEF7BD87-9AF6-4963-AB3A-2169A5961332}" srcId="{D14E899A-4745-4D99-8703-420E2BFFDA65}" destId="{06421C40-B682-47F2-827F-DAD790079B25}" srcOrd="2" destOrd="0" parTransId="{CF177BBE-F1C9-4C9D-9885-43E89A58401F}" sibTransId="{A5743F3D-E2F6-44BB-9A18-E4731ADAF93A}"/>
    <dgm:cxn modelId="{FE9B4B97-CB31-4052-A9EA-F06CD84B0DBA}" type="presOf" srcId="{E773FB18-49B8-41C7-B0A2-ABF72B7CEA47}" destId="{44A037A3-6406-4FE5-A3E6-B0F19F2952BB}" srcOrd="0" destOrd="0" presId="urn:microsoft.com/office/officeart/2005/8/layout/vList2"/>
    <dgm:cxn modelId="{5906F6C9-5E20-4351-9DC8-8892C9C19499}" type="presOf" srcId="{BA0A4B62-D8CA-4C98-AE4C-A26087820451}" destId="{AC8B75C1-AA39-4621-9A34-70DE81DFA9F4}" srcOrd="0" destOrd="0" presId="urn:microsoft.com/office/officeart/2005/8/layout/vList2"/>
    <dgm:cxn modelId="{E5111FFB-3430-4683-8667-09E81644A8CC}" srcId="{D14E899A-4745-4D99-8703-420E2BFFDA65}" destId="{2D995CFF-3841-44CB-A72F-F74E302D40F2}" srcOrd="0" destOrd="0" parTransId="{7B2DEC3C-926A-4E9D-8537-C639E282BDFC}" sibTransId="{C6EA68A9-C316-47AD-8851-064A9AD4BA98}"/>
    <dgm:cxn modelId="{577B1322-1D37-45DC-AD5E-226A9455E4FA}" type="presParOf" srcId="{14403591-D88D-4C90-9FC0-7AD6C8958F80}" destId="{87EA05BC-42BE-4574-A0EC-DC5A3D344A6C}" srcOrd="0" destOrd="0" presId="urn:microsoft.com/office/officeart/2005/8/layout/vList2"/>
    <dgm:cxn modelId="{9658A0EC-2702-4BE2-992C-C2282D240102}" type="presParOf" srcId="{14403591-D88D-4C90-9FC0-7AD6C8958F80}" destId="{86212D7D-5329-4FA2-AB18-D7C95E628AC6}" srcOrd="1" destOrd="0" presId="urn:microsoft.com/office/officeart/2005/8/layout/vList2"/>
    <dgm:cxn modelId="{36A18616-AA47-4254-A3B6-FC46A2D72783}" type="presParOf" srcId="{14403591-D88D-4C90-9FC0-7AD6C8958F80}" destId="{44A037A3-6406-4FE5-A3E6-B0F19F2952BB}" srcOrd="2" destOrd="0" presId="urn:microsoft.com/office/officeart/2005/8/layout/vList2"/>
    <dgm:cxn modelId="{E515A89E-73EA-4343-BADD-A7E9536CC0B2}" type="presParOf" srcId="{14403591-D88D-4C90-9FC0-7AD6C8958F80}" destId="{C72BD0C7-339E-4D26-9793-E805B17B75D1}" srcOrd="3" destOrd="0" presId="urn:microsoft.com/office/officeart/2005/8/layout/vList2"/>
    <dgm:cxn modelId="{D9B5982F-1B42-468A-83A2-B6CB62F6A561}" type="presParOf" srcId="{14403591-D88D-4C90-9FC0-7AD6C8958F80}" destId="{2818CE65-9643-467E-BDA7-C1361F720811}" srcOrd="4" destOrd="0" presId="urn:microsoft.com/office/officeart/2005/8/layout/vList2"/>
    <dgm:cxn modelId="{50ECEC42-6D0E-4318-A676-4E03967BCC7E}" type="presParOf" srcId="{14403591-D88D-4C90-9FC0-7AD6C8958F80}" destId="{20A34044-231A-4D11-A353-40D2E6988D2F}" srcOrd="5" destOrd="0" presId="urn:microsoft.com/office/officeart/2005/8/layout/vList2"/>
    <dgm:cxn modelId="{5C8B8F1E-F5FA-4337-824D-7DB5B7B23789}" type="presParOf" srcId="{14403591-D88D-4C90-9FC0-7AD6C8958F80}" destId="{AC8B75C1-AA39-4621-9A34-70DE81DFA9F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3E2CAE-3280-4BC8-BDB5-C50DCE54EAEB}">
      <dsp:nvSpPr>
        <dsp:cNvPr id="0" name=""/>
        <dsp:cNvSpPr/>
      </dsp:nvSpPr>
      <dsp:spPr>
        <a:xfrm>
          <a:off x="-4627691" y="-709478"/>
          <a:ext cx="5512439" cy="5512439"/>
        </a:xfrm>
        <a:prstGeom prst="blockArc">
          <a:avLst>
            <a:gd name="adj1" fmla="val 18900000"/>
            <a:gd name="adj2" fmla="val 2700000"/>
            <a:gd name="adj3" fmla="val 392"/>
          </a:avLst>
        </a:prstGeom>
        <a:noFill/>
        <a:ln w="1905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684416-84E1-4B5E-B6BF-E47859EF49E8}">
      <dsp:nvSpPr>
        <dsp:cNvPr id="0" name=""/>
        <dsp:cNvSpPr/>
      </dsp:nvSpPr>
      <dsp:spPr>
        <a:xfrm>
          <a:off x="387262" y="255760"/>
          <a:ext cx="5933212" cy="51184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280" tIns="68580" rIns="68580" bIns="6858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kern="1200" dirty="0"/>
            <a:t>a `.</a:t>
          </a:r>
          <a:r>
            <a:rPr lang="en-US" sz="2700" b="0" kern="1200" dirty="0" err="1"/>
            <a:t>js`</a:t>
          </a:r>
          <a:r>
            <a:rPr lang="en-US" sz="2700" b="0" kern="1200" dirty="0"/>
            <a:t> file runs</a:t>
          </a:r>
          <a:endParaRPr lang="en-US" sz="2700" kern="1200" dirty="0"/>
        </a:p>
      </dsp:txBody>
      <dsp:txXfrm>
        <a:off x="387262" y="255760"/>
        <a:ext cx="5933212" cy="511848"/>
      </dsp:txXfrm>
    </dsp:sp>
    <dsp:sp modelId="{4A2F9709-4120-45FC-A605-79A267518B8D}">
      <dsp:nvSpPr>
        <dsp:cNvPr id="0" name=""/>
        <dsp:cNvSpPr/>
      </dsp:nvSpPr>
      <dsp:spPr>
        <a:xfrm>
          <a:off x="67356" y="191779"/>
          <a:ext cx="639811" cy="63981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7E5749-EEE8-4873-AC05-B3830EB8B342}">
      <dsp:nvSpPr>
        <dsp:cNvPr id="0" name=""/>
        <dsp:cNvSpPr/>
      </dsp:nvSpPr>
      <dsp:spPr>
        <a:xfrm>
          <a:off x="754038" y="1023288"/>
          <a:ext cx="5566436" cy="511848"/>
        </a:xfrm>
        <a:prstGeom prst="rect">
          <a:avLst/>
        </a:prstGeom>
        <a:solidFill>
          <a:schemeClr val="accent5">
            <a:hueOff val="-2474057"/>
            <a:satOff val="8986"/>
            <a:lumOff val="83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280" tIns="68580" rIns="68580" bIns="6858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kern="1200" dirty="0"/>
            <a:t>output appears in the console</a:t>
          </a:r>
        </a:p>
      </dsp:txBody>
      <dsp:txXfrm>
        <a:off x="754038" y="1023288"/>
        <a:ext cx="5566436" cy="511848"/>
      </dsp:txXfrm>
    </dsp:sp>
    <dsp:sp modelId="{1DF60AF1-73CA-4F37-B3C0-EC86954E4974}">
      <dsp:nvSpPr>
        <dsp:cNvPr id="0" name=""/>
        <dsp:cNvSpPr/>
      </dsp:nvSpPr>
      <dsp:spPr>
        <a:xfrm>
          <a:off x="434132" y="959307"/>
          <a:ext cx="639811" cy="63981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-2474057"/>
              <a:satOff val="8986"/>
              <a:lumOff val="83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52A48C-AFEF-4B39-A6BC-724FC9E3E041}">
      <dsp:nvSpPr>
        <dsp:cNvPr id="0" name=""/>
        <dsp:cNvSpPr/>
      </dsp:nvSpPr>
      <dsp:spPr>
        <a:xfrm>
          <a:off x="866609" y="1790816"/>
          <a:ext cx="5453865" cy="511848"/>
        </a:xfrm>
        <a:prstGeom prst="rect">
          <a:avLst/>
        </a:prstGeom>
        <a:solidFill>
          <a:schemeClr val="accent5">
            <a:hueOff val="-4948115"/>
            <a:satOff val="17972"/>
            <a:lumOff val="166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280" tIns="68580" rIns="68580" bIns="6858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kern="1200" dirty="0"/>
            <a:t>variables hold values</a:t>
          </a:r>
        </a:p>
      </dsp:txBody>
      <dsp:txXfrm>
        <a:off x="866609" y="1790816"/>
        <a:ext cx="5453865" cy="511848"/>
      </dsp:txXfrm>
    </dsp:sp>
    <dsp:sp modelId="{77B539A4-8DB6-45ED-B00A-949AD4AD85DF}">
      <dsp:nvSpPr>
        <dsp:cNvPr id="0" name=""/>
        <dsp:cNvSpPr/>
      </dsp:nvSpPr>
      <dsp:spPr>
        <a:xfrm>
          <a:off x="546703" y="1726835"/>
          <a:ext cx="639811" cy="63981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-4948115"/>
              <a:satOff val="17972"/>
              <a:lumOff val="166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A055D4-F333-48C5-A9C2-355B1ED17250}">
      <dsp:nvSpPr>
        <dsp:cNvPr id="0" name=""/>
        <dsp:cNvSpPr/>
      </dsp:nvSpPr>
      <dsp:spPr>
        <a:xfrm>
          <a:off x="754038" y="2558344"/>
          <a:ext cx="5566436" cy="511848"/>
        </a:xfrm>
        <a:prstGeom prst="rect">
          <a:avLst/>
        </a:prstGeom>
        <a:solidFill>
          <a:schemeClr val="accent5">
            <a:hueOff val="-7422172"/>
            <a:satOff val="26958"/>
            <a:lumOff val="250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280" tIns="68580" rIns="68580" bIns="6858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kern="1200" dirty="0"/>
            <a:t>an `if / else` chooses a path</a:t>
          </a:r>
        </a:p>
      </dsp:txBody>
      <dsp:txXfrm>
        <a:off x="754038" y="2558344"/>
        <a:ext cx="5566436" cy="511848"/>
      </dsp:txXfrm>
    </dsp:sp>
    <dsp:sp modelId="{594E2ABA-355C-4FB7-80F4-25B54F7A094E}">
      <dsp:nvSpPr>
        <dsp:cNvPr id="0" name=""/>
        <dsp:cNvSpPr/>
      </dsp:nvSpPr>
      <dsp:spPr>
        <a:xfrm>
          <a:off x="434132" y="2494363"/>
          <a:ext cx="639811" cy="63981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-7422172"/>
              <a:satOff val="26958"/>
              <a:lumOff val="250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4BBE18-EC21-4EB4-A54C-786A7893B0F4}">
      <dsp:nvSpPr>
        <dsp:cNvPr id="0" name=""/>
        <dsp:cNvSpPr/>
      </dsp:nvSpPr>
      <dsp:spPr>
        <a:xfrm>
          <a:off x="387262" y="3325872"/>
          <a:ext cx="5933212" cy="511848"/>
        </a:xfrm>
        <a:prstGeom prst="rect">
          <a:avLst/>
        </a:prstGeom>
        <a:solidFill>
          <a:schemeClr val="accent5">
            <a:hueOff val="-9896230"/>
            <a:satOff val="35944"/>
            <a:lumOff val="333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280" tIns="68580" rIns="68580" bIns="6858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kern="1200" dirty="0"/>
            <a:t>you predict before you run</a:t>
          </a:r>
        </a:p>
      </dsp:txBody>
      <dsp:txXfrm>
        <a:off x="387262" y="3325872"/>
        <a:ext cx="5933212" cy="511848"/>
      </dsp:txXfrm>
    </dsp:sp>
    <dsp:sp modelId="{28E51495-1FA3-4100-953A-562A8706F005}">
      <dsp:nvSpPr>
        <dsp:cNvPr id="0" name=""/>
        <dsp:cNvSpPr/>
      </dsp:nvSpPr>
      <dsp:spPr>
        <a:xfrm>
          <a:off x="67356" y="3261891"/>
          <a:ext cx="639811" cy="63981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-9896230"/>
              <a:satOff val="35944"/>
              <a:lumOff val="333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EA05BC-42BE-4574-A0EC-DC5A3D344A6C}">
      <dsp:nvSpPr>
        <dsp:cNvPr id="0" name=""/>
        <dsp:cNvSpPr/>
      </dsp:nvSpPr>
      <dsp:spPr>
        <a:xfrm>
          <a:off x="0" y="8954"/>
          <a:ext cx="5019610" cy="10998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A</a:t>
          </a:r>
        </a:p>
      </dsp:txBody>
      <dsp:txXfrm>
        <a:off x="53688" y="62642"/>
        <a:ext cx="4912234" cy="992424"/>
      </dsp:txXfrm>
    </dsp:sp>
    <dsp:sp modelId="{44A037A3-6406-4FE5-A3E6-B0F19F2952BB}">
      <dsp:nvSpPr>
        <dsp:cNvPr id="0" name=""/>
        <dsp:cNvSpPr/>
      </dsp:nvSpPr>
      <dsp:spPr>
        <a:xfrm>
          <a:off x="0" y="1244114"/>
          <a:ext cx="5019610" cy="1099800"/>
        </a:xfrm>
        <a:prstGeom prst="roundRect">
          <a:avLst/>
        </a:prstGeom>
        <a:gradFill rotWithShape="0">
          <a:gsLst>
            <a:gs pos="0">
              <a:schemeClr val="accent2">
                <a:hueOff val="-3298743"/>
                <a:satOff val="11981"/>
                <a:lumOff val="1112"/>
                <a:alphaOff val="0"/>
                <a:tint val="96000"/>
                <a:lumMod val="100000"/>
              </a:schemeClr>
            </a:gs>
            <a:gs pos="78000">
              <a:schemeClr val="accent2">
                <a:hueOff val="-3298743"/>
                <a:satOff val="11981"/>
                <a:lumOff val="1112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A</a:t>
          </a:r>
        </a:p>
      </dsp:txBody>
      <dsp:txXfrm>
        <a:off x="53688" y="1297802"/>
        <a:ext cx="4912234" cy="992424"/>
      </dsp:txXfrm>
    </dsp:sp>
    <dsp:sp modelId="{2818CE65-9643-467E-BDA7-C1361F720811}">
      <dsp:nvSpPr>
        <dsp:cNvPr id="0" name=""/>
        <dsp:cNvSpPr/>
      </dsp:nvSpPr>
      <dsp:spPr>
        <a:xfrm>
          <a:off x="0" y="2479275"/>
          <a:ext cx="5019610" cy="1099800"/>
        </a:xfrm>
        <a:prstGeom prst="roundRect">
          <a:avLst/>
        </a:prstGeom>
        <a:gradFill rotWithShape="0">
          <a:gsLst>
            <a:gs pos="0">
              <a:schemeClr val="accent2">
                <a:hueOff val="-6597487"/>
                <a:satOff val="23963"/>
                <a:lumOff val="2223"/>
                <a:alphaOff val="0"/>
                <a:tint val="96000"/>
                <a:lumMod val="100000"/>
              </a:schemeClr>
            </a:gs>
            <a:gs pos="78000">
              <a:schemeClr val="accent2">
                <a:hueOff val="-6597487"/>
                <a:satOff val="23963"/>
                <a:lumOff val="2223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A</a:t>
          </a:r>
        </a:p>
      </dsp:txBody>
      <dsp:txXfrm>
        <a:off x="53688" y="2532963"/>
        <a:ext cx="4912234" cy="992424"/>
      </dsp:txXfrm>
    </dsp:sp>
    <dsp:sp modelId="{AC8B75C1-AA39-4621-9A34-70DE81DFA9F4}">
      <dsp:nvSpPr>
        <dsp:cNvPr id="0" name=""/>
        <dsp:cNvSpPr/>
      </dsp:nvSpPr>
      <dsp:spPr>
        <a:xfrm>
          <a:off x="0" y="3714435"/>
          <a:ext cx="5019610" cy="1099800"/>
        </a:xfrm>
        <a:prstGeom prst="roundRect">
          <a:avLst/>
        </a:prstGeom>
        <a:gradFill rotWithShape="0">
          <a:gsLst>
            <a:gs pos="0">
              <a:schemeClr val="accent2">
                <a:hueOff val="-9896230"/>
                <a:satOff val="35944"/>
                <a:lumOff val="3335"/>
                <a:alphaOff val="0"/>
                <a:tint val="96000"/>
                <a:lumMod val="100000"/>
              </a:schemeClr>
            </a:gs>
            <a:gs pos="78000">
              <a:schemeClr val="accent2">
                <a:hueOff val="-9896230"/>
                <a:satOff val="35944"/>
                <a:lumOff val="3335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a</a:t>
          </a:r>
        </a:p>
      </dsp:txBody>
      <dsp:txXfrm>
        <a:off x="53688" y="3768123"/>
        <a:ext cx="4912234" cy="9924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759AF9F-1092-690D-006F-EBCE2C96B7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FC0900-FCC2-2A2A-613C-A277F4B7120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943E5A-6629-4B53-8BAD-0FC37077EB1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D7F8D-A102-3CF3-78CD-2CA4C36115D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D03618-FB8B-BA92-AF2F-43138FFAD96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05D54-93E9-4845-A874-0CB2F7E46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368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382475-516A-409A-944E-F435F3DFCCF2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16ACA2-47E6-42D2-BEC8-EDC49A1A9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224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2349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3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833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16ACA2-47E6-42D2-BEC8-EDC49A1A9FA1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833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29112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833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16ACA2-47E6-42D2-BEC8-EDC49A1A9FA1}" type="slidenum"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833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23700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613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4355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5109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16ACA2-47E6-42D2-BEC8-EDC49A1A9FA1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5109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56578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 not rush the trace.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Ask students what low, high, and mid mean before running the binary search explanation.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point is not that binary search "fails every time" on unsorted data.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point is that it is not trustworthy because its reasoning no longer holds.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Watch the decisions, not just the final result.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1171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0686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sz="1300" dirty="0"/>
            </a:br>
            <a:endParaRPr lang="en-US" sz="13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833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16ACA2-47E6-42D2-BEC8-EDC49A1A9FA1}" type="slidenum"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833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76542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6542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333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1965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1441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624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50000"/>
                <a:alpha val="7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lumMod val="75000"/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16E1E9-1B50-BC39-BE3A-AFDDF27CC4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0594" y="300327"/>
            <a:ext cx="1196045" cy="52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939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DEB143-89C9-076B-466C-73BE156FD5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84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015F4D-DE23-F2FC-1853-93512C13AB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0594" y="300327"/>
            <a:ext cx="1196045" cy="52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367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6E11E5-B722-B4E0-8233-E8E58F314B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211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CADA43D-D69A-D7AE-81F9-ED5E4E7A18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912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416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A1305F-50C0-9117-EE66-5430C74994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414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14F403-DB38-13CA-CC40-CAE2A08832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6443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244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B8750C-22DC-D652-EE9D-9D81650FC9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8240" y="185696"/>
            <a:ext cx="726014" cy="319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369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19628F-1787-26D4-A797-33B2104580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3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05115D-2B3B-A0F2-8B96-FF372AE76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7795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9252F8-DFBE-EC79-0D43-E7702CC284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0797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252413-6471-13E8-59E6-F7EEDC0F0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6443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8940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449300-3D10-A0CB-2DB5-98F274AC66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1223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AFCF80-E27A-06C5-A850-78E5A5D2C2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9507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973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50000"/>
                <a:alpha val="7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594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peter.baumgartner.name/2014/05/23/double-blind-review-ein-fallbeispiel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97F88-6791-2CCC-FDDE-DEB157237E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6103" y="1358537"/>
            <a:ext cx="5481211" cy="2692299"/>
          </a:xfrm>
        </p:spPr>
        <p:txBody>
          <a:bodyPr/>
          <a:lstStyle/>
          <a:p>
            <a:r>
              <a:rPr lang="en-US" dirty="0"/>
              <a:t>Web Development Foundations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F15B13-1D93-97F4-3DBC-B06CC6F120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Week </a:t>
            </a:r>
            <a:r>
              <a:rPr lang="en-US" dirty="0"/>
              <a:t>n</a:t>
            </a:r>
            <a:r>
              <a:rPr lang="en-US"/>
              <a:t> </a:t>
            </a:r>
            <a:r>
              <a:rPr lang="en-US" dirty="0"/>
              <a:t>– </a:t>
            </a:r>
            <a:r>
              <a:rPr lang="en-US"/>
              <a:t>“Title”</a:t>
            </a:r>
            <a:endParaRPr lang="en-US" dirty="0"/>
          </a:p>
          <a:p>
            <a:r>
              <a:rPr lang="en-US" i="1" dirty="0"/>
              <a:t>Day 1: “Subtitle”</a:t>
            </a:r>
          </a:p>
        </p:txBody>
      </p:sp>
    </p:spTree>
    <p:extLst>
      <p:ext uri="{BB962C8B-B14F-4D97-AF65-F5344CB8AC3E}">
        <p14:creationId xmlns:p14="http://schemas.microsoft.com/office/powerpoint/2010/main" val="3795026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80AE5-A110-383A-40DE-12B300DFF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5E46D3D-BB9F-1F01-C250-B8FD60B84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B885B82-8BC0-DE17-BC27-0FEBEBBDB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371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5A1929-CEC7-C729-AC19-1CAB08A19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3D illustration of a figure holding a large magnifying glass over the word &quot;REVIEW&quot; in bold red letters. The image symbolizes scrutiny or examination, emphasizing detailed analysis or assessment.">
            <a:extLst>
              <a:ext uri="{FF2B5EF4-FFF2-40B4-BE49-F238E27FC236}">
                <a16:creationId xmlns:a16="http://schemas.microsoft.com/office/drawing/2014/main" id="{CA361106-D4D1-3812-22C6-44BC22C580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6681" r="6681"/>
          <a:stretch/>
        </p:blipFill>
        <p:spPr>
          <a:xfrm>
            <a:off x="3202390" y="-1"/>
            <a:ext cx="5941610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4D85B4-5F57-9B66-7CA2-BBEA8F212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999" y="609600"/>
            <a:ext cx="2888343" cy="13208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3200" dirty="0"/>
              <a:t>Lab Review: </a:t>
            </a:r>
            <a:br>
              <a:rPr lang="en-US" sz="3200" dirty="0"/>
            </a:br>
            <a:r>
              <a:rPr lang="en-US" sz="3200" dirty="0"/>
              <a:t>Successful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26775-BBDC-8BB2-953E-294AECBF3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999" y="2160589"/>
            <a:ext cx="3067051" cy="3880773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One successful path: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a</a:t>
            </a:r>
          </a:p>
          <a:p>
            <a:pPr>
              <a:lnSpc>
                <a:spcPct val="90000"/>
              </a:lnSpc>
            </a:pPr>
            <a:endParaRPr lang="en-US" sz="15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1500" i="1" dirty="0"/>
              <a:t>This …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17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19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1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3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5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8AEABB-1D63-ED8D-B0C2-3A555095D363}"/>
              </a:ext>
            </a:extLst>
          </p:cNvPr>
          <p:cNvSpPr txBox="1"/>
          <p:nvPr/>
        </p:nvSpPr>
        <p:spPr>
          <a:xfrm>
            <a:off x="3202390" y="6858000"/>
            <a:ext cx="594161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B4F8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  <a:hlinkClick r:id="rId4" tooltip="https://peter.baumgartner.name/2014/05/23/double-blind-review-ein-fallbeispiel/"/>
              </a:rPr>
              <a:t>This Photo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B4F8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by Unknown Author is licensed under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B4F8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  <a:hlinkClick r:id="rId5" tooltip="https://creativecommons.org/licenses/by-sa/3.0/"/>
              </a:rPr>
              <a:t>CC BY-SA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B4F8A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1141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16F44-BD15-7B98-F9C3-42BC238A9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EE765F-683B-5CDF-A54F-70A4AB886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D980AA5-F76A-5627-AFDA-0FC30AC1F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903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B2258-2A42-7358-855B-3C842DFCA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rPr lang="en-US"/>
              <a:t>What Counts as Success Today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9D804E1-96D4-16D7-7824-FCAA64C9FE2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65199" y="1948543"/>
          <a:ext cx="6376127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72456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C1AD2-E72F-7796-291A-36CD12160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r>
              <a:rPr lang="en-US" sz="3300" dirty="0"/>
              <a:t>What We Will Use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EEC5C-1292-A4A2-1E2D-A19D199A8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r>
              <a:rPr lang="en-US" dirty="0"/>
              <a:t>a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8D50984-DDEB-A743-533E-89C11F357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423" r="50195" b="-2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42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E6D73-36C1-785B-BF1E-F70A56E45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609600"/>
            <a:ext cx="6447501" cy="1320800"/>
          </a:xfrm>
        </p:spPr>
        <p:txBody>
          <a:bodyPr anchor="t">
            <a:normAutofit/>
          </a:bodyPr>
          <a:lstStyle/>
          <a:p>
            <a:r>
              <a:rPr lang="en-US" dirty="0"/>
              <a:t>What We Will “Skip” For Now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8A78D41-48A5-98C1-1F53-FB08BC3F6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2160590"/>
            <a:ext cx="3915323" cy="37012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</a:t>
            </a:r>
          </a:p>
        </p:txBody>
      </p:sp>
      <p:pic>
        <p:nvPicPr>
          <p:cNvPr id="7" name="Graphic 6" descr="Disconnected">
            <a:extLst>
              <a:ext uri="{FF2B5EF4-FFF2-40B4-BE49-F238E27FC236}">
                <a16:creationId xmlns:a16="http://schemas.microsoft.com/office/drawing/2014/main" id="{634669AE-52A5-F086-9BDE-17982042AD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65562" y="2159000"/>
            <a:ext cx="2359152" cy="2359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713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FF8A41-8161-7F2E-C384-3F6C3C17B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Secton</a:t>
            </a:r>
            <a:r>
              <a:rPr lang="en-US" dirty="0"/>
              <a:t>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8F6F88-2E44-45BE-5E41-154C8AD99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371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FD963D-986F-1524-594C-94C6FC56F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601FA2D-2385-DABD-516E-8A2F33DC1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312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AE27B9D-0F04-458B-A718-F84902C79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7AB6435-428E-44C8-A107-8435183F6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59658D-9AE1-44D3-B002-2BA204AB9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3">
              <a:extLst>
                <a:ext uri="{FF2B5EF4-FFF2-40B4-BE49-F238E27FC236}">
                  <a16:creationId xmlns:a16="http://schemas.microsoft.com/office/drawing/2014/main" id="{2083C874-CFCD-47ED-9F98-DDB125C9C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id="{605E9946-A240-42E3-B6CD-E6691BF467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315B1B45-25C3-4C58-8EB8-41BCFA02A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87983A9A-7A69-406F-AFEA-AD2AE87E1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ctangle 28">
              <a:extLst>
                <a:ext uri="{FF2B5EF4-FFF2-40B4-BE49-F238E27FC236}">
                  <a16:creationId xmlns:a16="http://schemas.microsoft.com/office/drawing/2014/main" id="{FFCBC4EF-C03E-4EED-9E9A-3097DECC0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ctangle 29">
              <a:extLst>
                <a:ext uri="{FF2B5EF4-FFF2-40B4-BE49-F238E27FC236}">
                  <a16:creationId xmlns:a16="http://schemas.microsoft.com/office/drawing/2014/main" id="{F56545EE-F94F-4B4C-AA43-9D6745664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2FE2A6B2-D45B-484C-BAFD-3F45082664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C2132BF-207E-4FB2-B0FE-E6FD0A1D18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3F92D707-4F6F-1707-563F-DAA7E83D0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91" t="909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34257526-B660-46EC-83FB-51CCCEF4D5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5E54613B-CC3A-459D-97E1-23B891DE9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3405" y="0"/>
            <a:ext cx="5486400" cy="6858000"/>
          </a:xfrm>
          <a:prstGeom prst="parallelogram">
            <a:avLst>
              <a:gd name="adj" fmla="val 14937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B21385D-063D-42D0-BD60-907E9F826D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921B275-E6A3-4146-9F5F-5CD28092A3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23">
            <a:extLst>
              <a:ext uri="{FF2B5EF4-FFF2-40B4-BE49-F238E27FC236}">
                <a16:creationId xmlns:a16="http://schemas.microsoft.com/office/drawing/2014/main" id="{28E190A5-6423-4EE2-AF46-8B82F34BC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34" name="Rectangle 25">
            <a:extLst>
              <a:ext uri="{FF2B5EF4-FFF2-40B4-BE49-F238E27FC236}">
                <a16:creationId xmlns:a16="http://schemas.microsoft.com/office/drawing/2014/main" id="{4A97AE97-5706-400B-8F09-602A25EA1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0860785A-BE10-40E0-8A0F-805CD3F59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C93F9C-2692-8651-EDC7-6D41F5D66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8150" y="1678665"/>
            <a:ext cx="3427352" cy="23691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 dirty="0"/>
              <a:t>Demo #1</a:t>
            </a:r>
          </a:p>
        </p:txBody>
      </p:sp>
      <p:sp>
        <p:nvSpPr>
          <p:cNvPr id="38" name="Rectangle 27">
            <a:extLst>
              <a:ext uri="{FF2B5EF4-FFF2-40B4-BE49-F238E27FC236}">
                <a16:creationId xmlns:a16="http://schemas.microsoft.com/office/drawing/2014/main" id="{2CD66695-C096-4E32-9AC2-19B4EFD66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40" name="Rectangle 28">
            <a:extLst>
              <a:ext uri="{FF2B5EF4-FFF2-40B4-BE49-F238E27FC236}">
                <a16:creationId xmlns:a16="http://schemas.microsoft.com/office/drawing/2014/main" id="{A97E83CA-07FA-4B94-A213-9E6DA6FAC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42" name="Rectangle 29">
            <a:extLst>
              <a:ext uri="{FF2B5EF4-FFF2-40B4-BE49-F238E27FC236}">
                <a16:creationId xmlns:a16="http://schemas.microsoft.com/office/drawing/2014/main" id="{A531E02F-6391-4B0C-B1E1-D67E8EFC4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568558EC-35CA-4EC8-BB31-75AB78ACA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8DFD8B-5C86-3290-9577-EDD61563B509}"/>
              </a:ext>
            </a:extLst>
          </p:cNvPr>
          <p:cNvSpPr txBox="1"/>
          <p:nvPr/>
        </p:nvSpPr>
        <p:spPr>
          <a:xfrm>
            <a:off x="3879669" y="4558937"/>
            <a:ext cx="3320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B4F8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“Basic Type Awareness”</a:t>
            </a:r>
          </a:p>
        </p:txBody>
      </p:sp>
    </p:spTree>
    <p:extLst>
      <p:ext uri="{BB962C8B-B14F-4D97-AF65-F5344CB8AC3E}">
        <p14:creationId xmlns:p14="http://schemas.microsoft.com/office/powerpoint/2010/main" val="858767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D85B7-E617-7232-3D45-118C5B1AF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r>
              <a:rPr lang="en-US" dirty="0"/>
              <a:t>What to Watch For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23AC4-941F-5169-DAA0-DF23E55C8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8CDE13-EC6E-831B-0134-AE933CD2D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430" r="39188" b="-2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23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D85B7-E617-7232-3D45-118C5B1AF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23AC4-941F-5169-DAA0-DF23E55C8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6417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91770-93D5-BB07-73B1-5E18A37EF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AFC5F-5B7A-1907-1B96-3B2911239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US" sz="3800"/>
              <a:t>Common Mistakes</a:t>
            </a:r>
          </a:p>
        </p:txBody>
      </p:sp>
      <p:graphicFrame>
        <p:nvGraphicFramePr>
          <p:cNvPr id="34" name="Content Placeholder 2">
            <a:extLst>
              <a:ext uri="{FF2B5EF4-FFF2-40B4-BE49-F238E27FC236}">
                <a16:creationId xmlns:a16="http://schemas.microsoft.com/office/drawing/2014/main" id="{7E06D4AB-F1F0-3CB9-A300-DDF8C00AC16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639407" y="944564"/>
          <a:ext cx="5019610" cy="4823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02341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AF827-0A5A-D6D9-6C73-5ACE22424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r>
              <a:rPr lang="en-US" dirty="0"/>
              <a:t>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E31B9-CEED-D579-BC3C-E6F2B784D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Lab 0n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06C1C5-46D3-5662-C887-3DA2319E7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361" r="4389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7200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CFEC8-C36E-8138-AFF9-1BCB8E92E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Evidence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5F7C5D-76E8-1B83-C806-C3C793996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734599" cy="4527594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Black fingerprints with one red fingerprint">
            <a:extLst>
              <a:ext uri="{FF2B5EF4-FFF2-40B4-BE49-F238E27FC236}">
                <a16:creationId xmlns:a16="http://schemas.microsoft.com/office/drawing/2014/main" id="{638035A6-8F2B-CFAB-F2A0-C40F7D534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500" r="20500"/>
          <a:stretch/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30251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CFEC8-C36E-8138-AFF9-1BCB8E92E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AI Use In Labs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5F7C5D-76E8-1B83-C806-C3C793996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8035A6-8F2B-CFAB-F2A0-C40F7D534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618" r="25100" b="1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5854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E9555-1E16-8E8B-E548-105BA59C0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dirty="0"/>
              <a:t>Closing Success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FF21A-F8C1-15AA-C705-4530AE58A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r>
              <a:rPr lang="en-US" dirty="0"/>
              <a:t>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5A690D-4CB8-0C66-184B-33949F8D65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287" r="24330" b="-2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5131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09B7E24-271E-4A3A-9D65-EE95ED972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5C59434-03B2-4F06-8362-A01DD785E2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FDF3815-C9F7-4B9E-A371-DE71C4E9D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3">
              <a:extLst>
                <a:ext uri="{FF2B5EF4-FFF2-40B4-BE49-F238E27FC236}">
                  <a16:creationId xmlns:a16="http://schemas.microsoft.com/office/drawing/2014/main" id="{34C30A41-6D9F-42F2-BE4A-B6D2E4400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id="{8577AE11-EC00-4E67-9DDD-624E9DA123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406A24DE-7A6F-4459-9A79-712243D200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BFEBE697-7D77-4AC8-8E68-0483B47DF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8">
              <a:extLst>
                <a:ext uri="{FF2B5EF4-FFF2-40B4-BE49-F238E27FC236}">
                  <a16:creationId xmlns:a16="http://schemas.microsoft.com/office/drawing/2014/main" id="{49FC7B15-C721-4A23-8F6A-2CFA77C614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29">
              <a:extLst>
                <a:ext uri="{FF2B5EF4-FFF2-40B4-BE49-F238E27FC236}">
                  <a16:creationId xmlns:a16="http://schemas.microsoft.com/office/drawing/2014/main" id="{164E8ACB-FC50-451D-AF0A-879ABC6EA6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D5F354A0-F0C9-4254-A913-DD68E78161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9B01B525-8D81-44A3-BC1F-C711B89D23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B291DAF8-8CBA-95A1-BEA8-AAD0C09C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752" y="1265314"/>
            <a:ext cx="3572668" cy="324913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800" dirty="0"/>
              <a:t>Thank you!</a:t>
            </a:r>
            <a:br>
              <a:rPr lang="en-US" sz="4800" dirty="0"/>
            </a:br>
            <a:br>
              <a:rPr lang="en-US" sz="4800" dirty="0"/>
            </a:br>
            <a:r>
              <a:rPr lang="en-US" sz="4800" dirty="0"/>
              <a:t>Have Fun!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E61A93-6BD2-677B-DBB4-F66B15926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30752" y="4514446"/>
            <a:ext cx="3224749" cy="871042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1800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ADC5C86B-28CE-4597-97B7-4C09E20141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380" y="1270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Graphic 8" descr="Thumbs Up Sign">
            <a:extLst>
              <a:ext uri="{FF2B5EF4-FFF2-40B4-BE49-F238E27FC236}">
                <a16:creationId xmlns:a16="http://schemas.microsoft.com/office/drawing/2014/main" id="{CD1A5982-49F4-6629-1884-3B7061C5B5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453" y="2020850"/>
            <a:ext cx="2824269" cy="282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6822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C0622-6194-2CC7-4489-A2CB9355E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/>
              <a:t>Useful AI Prompt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4359E-464A-DA30-EFD5-4AAB4A198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/>
              <a:t>“Prompt goes here …”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A728018-283E-379A-70A7-867E4A3D7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524" r="27436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25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410D77-E7C1-DDF5-0FD1-14A5194BF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476" y="5021551"/>
            <a:ext cx="6216024" cy="10966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200" dirty="0"/>
              <a:t>Image Slide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85C1AE-67D2-9312-4902-A1548DA137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599" y="609600"/>
            <a:ext cx="6400800" cy="41148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001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Facet">
  <a:themeElements>
    <a:clrScheme name="Southwest Tech">
      <a:dk1>
        <a:srgbClr val="0B4F8A"/>
      </a:dk1>
      <a:lt1>
        <a:sysClr val="window" lastClr="FFFFFF"/>
      </a:lt1>
      <a:dk2>
        <a:srgbClr val="6F6F6F"/>
      </a:dk2>
      <a:lt2>
        <a:srgbClr val="F4F6F8"/>
      </a:lt2>
      <a:accent1>
        <a:srgbClr val="0B4F8A"/>
      </a:accent1>
      <a:accent2>
        <a:srgbClr val="2E73B8"/>
      </a:accent2>
      <a:accent3>
        <a:srgbClr val="F2B705"/>
      </a:accent3>
      <a:accent4>
        <a:srgbClr val="6F6F6F"/>
      </a:accent4>
      <a:accent5>
        <a:srgbClr val="2E73B8"/>
      </a:accent5>
      <a:accent6>
        <a:srgbClr val="F2B705"/>
      </a:accent6>
      <a:hlink>
        <a:srgbClr val="2E73B8"/>
      </a:hlink>
      <a:folHlink>
        <a:srgbClr val="0B4F8A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10598</TotalTime>
  <Words>231</Words>
  <Application>Microsoft Office PowerPoint</Application>
  <PresentationFormat>On-screen Show (4:3)</PresentationFormat>
  <Paragraphs>66</Paragraphs>
  <Slides>20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Arial</vt:lpstr>
      <vt:lpstr>Trebuchet MS</vt:lpstr>
      <vt:lpstr>Wingdings 3</vt:lpstr>
      <vt:lpstr>Facet</vt:lpstr>
      <vt:lpstr>Web Development Foundations</vt:lpstr>
      <vt:lpstr>Topic</vt:lpstr>
      <vt:lpstr>Lab Review:  Successful Path</vt:lpstr>
      <vt:lpstr>Topic</vt:lpstr>
      <vt:lpstr>What Counts as Success Today</vt:lpstr>
      <vt:lpstr>What We Will Use Today</vt:lpstr>
      <vt:lpstr>What We Will “Skip” For Now</vt:lpstr>
      <vt:lpstr>Secton?</vt:lpstr>
      <vt:lpstr>Topic</vt:lpstr>
      <vt:lpstr>Demo #1</vt:lpstr>
      <vt:lpstr>What to Watch For</vt:lpstr>
      <vt:lpstr>PowerPoint Presentation</vt:lpstr>
      <vt:lpstr>Common Mistakes</vt:lpstr>
      <vt:lpstr>Lab</vt:lpstr>
      <vt:lpstr>Evidence</vt:lpstr>
      <vt:lpstr>AI Use In Labs</vt:lpstr>
      <vt:lpstr>Closing Success Check</vt:lpstr>
      <vt:lpstr>Thank you!  Have Fun!</vt:lpstr>
      <vt:lpstr>Useful AI Prompt Pattern</vt:lpstr>
      <vt:lpstr>Image Slide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Cash Myers</dc:creator>
  <cp:keywords/>
  <dc:description>generated using python-pptx</dc:description>
  <cp:lastModifiedBy>Cash Myers</cp:lastModifiedBy>
  <cp:revision>131</cp:revision>
  <dcterms:created xsi:type="dcterms:W3CDTF">2013-01-27T09:14:16Z</dcterms:created>
  <dcterms:modified xsi:type="dcterms:W3CDTF">2026-06-29T14:11:31Z</dcterms:modified>
  <cp:category/>
</cp:coreProperties>
</file>