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3"/>
  </p:notesMasterIdLst>
  <p:handoutMasterIdLst>
    <p:handoutMasterId r:id="rId24"/>
  </p:handoutMasterIdLst>
  <p:sldIdLst>
    <p:sldId id="256" r:id="rId2"/>
    <p:sldId id="467" r:id="rId3"/>
    <p:sldId id="322" r:id="rId4"/>
    <p:sldId id="466" r:id="rId5"/>
    <p:sldId id="260" r:id="rId6"/>
    <p:sldId id="364" r:id="rId7"/>
    <p:sldId id="488" r:id="rId8"/>
    <p:sldId id="376" r:id="rId9"/>
    <p:sldId id="377" r:id="rId10"/>
    <p:sldId id="487" r:id="rId11"/>
    <p:sldId id="418" r:id="rId12"/>
    <p:sldId id="378" r:id="rId13"/>
    <p:sldId id="489" r:id="rId14"/>
    <p:sldId id="490" r:id="rId15"/>
    <p:sldId id="307" r:id="rId16"/>
    <p:sldId id="491" r:id="rId17"/>
    <p:sldId id="374" r:id="rId18"/>
    <p:sldId id="375" r:id="rId19"/>
    <p:sldId id="320" r:id="rId20"/>
    <p:sldId id="373" r:id="rId21"/>
    <p:sldId id="417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26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972B69-4B4F-436A-B547-1FADC4FB29B4}" type="doc">
      <dgm:prSet loTypeId="urn:microsoft.com/office/officeart/2005/8/layout/process4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75A4D4B-BFE9-4B6F-9A81-9F9C96F5DA38}">
      <dgm:prSet/>
      <dgm:spPr/>
      <dgm:t>
        <a:bodyPr/>
        <a:lstStyle/>
        <a:p>
          <a:r>
            <a:rPr lang="en-US" dirty="0"/>
            <a:t>Working baseline -&gt;</a:t>
          </a:r>
          <a:br>
            <a:rPr lang="en-US" dirty="0"/>
          </a:br>
          <a:r>
            <a:rPr lang="en-US" dirty="0"/>
            <a:t>compare structure -&gt;</a:t>
          </a:r>
          <a:br>
            <a:rPr lang="en-US" dirty="0"/>
          </a:br>
          <a:r>
            <a:rPr lang="en-US" dirty="0"/>
            <a:t>revise one meaningful thing -&gt; explain the improvement.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1"/>
              </a:ext>
            </a:extLst>
          </dgm14:cNvPr>
        </a:ext>
      </dgm:extLst>
    </dgm:pt>
    <dgm:pt modelId="{4FAABBF4-AB55-44FE-B6F0-B4BF829D004F}" type="parTrans" cxnId="{7F9DA8A4-8191-4121-8DA1-F0552EB3E440}">
      <dgm:prSet/>
      <dgm:spPr/>
      <dgm:t>
        <a:bodyPr/>
        <a:lstStyle/>
        <a:p>
          <a:endParaRPr lang="en-US"/>
        </a:p>
      </dgm:t>
    </dgm:pt>
    <dgm:pt modelId="{7E1354BB-EC61-4A45-99C9-75C6202CC56A}" type="sibTrans" cxnId="{7F9DA8A4-8191-4121-8DA1-F0552EB3E440}">
      <dgm:prSet/>
      <dgm:spPr/>
      <dgm:t>
        <a:bodyPr/>
        <a:lstStyle/>
        <a:p>
          <a:endParaRPr lang="en-US"/>
        </a:p>
      </dgm:t>
    </dgm:pt>
    <dgm:pt modelId="{EB5121E5-32EC-4CC1-8D66-D95323571777}">
      <dgm:prSet/>
      <dgm:spPr/>
      <dgm:t>
        <a:bodyPr/>
        <a:lstStyle/>
        <a:p>
          <a:r>
            <a:rPr lang="en-US" dirty="0"/>
            <a:t>A useful revision should make the program: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1"/>
              </a:ext>
            </a:extLst>
          </dgm14:cNvPr>
        </a:ext>
      </dgm:extLst>
    </dgm:pt>
    <dgm:pt modelId="{688F2547-1224-41BA-B5A3-11ACD36BDE10}" type="parTrans" cxnId="{6128F5AF-C1A9-41F0-B2F1-8F28816F04E7}">
      <dgm:prSet/>
      <dgm:spPr/>
      <dgm:t>
        <a:bodyPr/>
        <a:lstStyle/>
        <a:p>
          <a:endParaRPr lang="en-US"/>
        </a:p>
      </dgm:t>
    </dgm:pt>
    <dgm:pt modelId="{D6AD86F4-A6C8-4FE0-AF15-A11786D5D5A7}" type="sibTrans" cxnId="{6128F5AF-C1A9-41F0-B2F1-8F28816F04E7}">
      <dgm:prSet/>
      <dgm:spPr/>
      <dgm:t>
        <a:bodyPr/>
        <a:lstStyle/>
        <a:p>
          <a:endParaRPr lang="en-US"/>
        </a:p>
      </dgm:t>
    </dgm:pt>
    <dgm:pt modelId="{9182D038-504A-4BAB-926D-C43E3569DBBF}">
      <dgm:prSet/>
      <dgm:spPr/>
      <dgm:t>
        <a:bodyPr/>
        <a:lstStyle/>
        <a:p>
          <a:r>
            <a:rPr lang="en-US" dirty="0"/>
            <a:t>clearer</a:t>
          </a:r>
        </a:p>
      </dgm:t>
    </dgm:pt>
    <dgm:pt modelId="{00F85236-5344-4DED-89C4-7F145D94A221}" type="parTrans" cxnId="{C670E53E-9704-4E9D-9DD5-43CBCDDB40CF}">
      <dgm:prSet/>
      <dgm:spPr/>
      <dgm:t>
        <a:bodyPr/>
        <a:lstStyle/>
        <a:p>
          <a:endParaRPr lang="en-US"/>
        </a:p>
      </dgm:t>
    </dgm:pt>
    <dgm:pt modelId="{AF0FFC48-338E-4ACC-9B88-42F7B229AF6E}" type="sibTrans" cxnId="{C670E53E-9704-4E9D-9DD5-43CBCDDB40CF}">
      <dgm:prSet/>
      <dgm:spPr/>
      <dgm:t>
        <a:bodyPr/>
        <a:lstStyle/>
        <a:p>
          <a:endParaRPr lang="en-US"/>
        </a:p>
      </dgm:t>
    </dgm:pt>
    <dgm:pt modelId="{803D0F37-C69D-433A-8B5B-D4CF3107BCE9}">
      <dgm:prSet/>
      <dgm:spPr/>
      <dgm:t>
        <a:bodyPr/>
        <a:lstStyle/>
        <a:p>
          <a:r>
            <a:rPr lang="en-US" dirty="0"/>
            <a:t>easier to test</a:t>
          </a:r>
        </a:p>
      </dgm:t>
    </dgm:pt>
    <dgm:pt modelId="{0F8742D7-FE16-4859-8C1B-1BE78247EC74}" type="parTrans" cxnId="{96BD682A-FC68-4A7C-9512-924B325842BF}">
      <dgm:prSet/>
      <dgm:spPr/>
      <dgm:t>
        <a:bodyPr/>
        <a:lstStyle/>
        <a:p>
          <a:endParaRPr lang="en-US"/>
        </a:p>
      </dgm:t>
    </dgm:pt>
    <dgm:pt modelId="{0E35261A-B537-4AFB-863E-A615EE915685}" type="sibTrans" cxnId="{96BD682A-FC68-4A7C-9512-924B325842BF}">
      <dgm:prSet/>
      <dgm:spPr/>
      <dgm:t>
        <a:bodyPr/>
        <a:lstStyle/>
        <a:p>
          <a:endParaRPr lang="en-US"/>
        </a:p>
      </dgm:t>
    </dgm:pt>
    <dgm:pt modelId="{E7728A9D-D3DD-4591-9C7C-7E316C5C312A}">
      <dgm:prSet/>
      <dgm:spPr/>
      <dgm:t>
        <a:bodyPr/>
        <a:lstStyle/>
        <a:p>
          <a:r>
            <a:rPr lang="en-US" dirty="0"/>
            <a:t>easier to change</a:t>
          </a:r>
        </a:p>
      </dgm:t>
    </dgm:pt>
    <dgm:pt modelId="{BFC6AE8E-AD4A-4D3E-8207-F17AF33DBF15}" type="parTrans" cxnId="{65A72186-C2FC-4687-92E8-A27D6DD132EC}">
      <dgm:prSet/>
      <dgm:spPr/>
      <dgm:t>
        <a:bodyPr/>
        <a:lstStyle/>
        <a:p>
          <a:endParaRPr lang="en-US"/>
        </a:p>
      </dgm:t>
    </dgm:pt>
    <dgm:pt modelId="{A0B2B5BB-C1F7-46A1-94E8-3258A056C71B}" type="sibTrans" cxnId="{65A72186-C2FC-4687-92E8-A27D6DD132EC}">
      <dgm:prSet/>
      <dgm:spPr/>
      <dgm:t>
        <a:bodyPr/>
        <a:lstStyle/>
        <a:p>
          <a:endParaRPr lang="en-US"/>
        </a:p>
      </dgm:t>
    </dgm:pt>
    <dgm:pt modelId="{EFA31A2A-5CD7-4982-8FD7-0A79E8DF64F4}">
      <dgm:prSet/>
      <dgm:spPr/>
      <dgm:t>
        <a:bodyPr/>
        <a:lstStyle/>
        <a:p>
          <a:r>
            <a:rPr lang="en-US" dirty="0"/>
            <a:t>easier to explain</a:t>
          </a:r>
        </a:p>
      </dgm:t>
    </dgm:pt>
    <dgm:pt modelId="{607DAFC8-6764-4FFC-8726-E6F514E61ACC}" type="parTrans" cxnId="{AD071327-7821-4960-BDDB-E10EFF1F1E09}">
      <dgm:prSet/>
      <dgm:spPr/>
      <dgm:t>
        <a:bodyPr/>
        <a:lstStyle/>
        <a:p>
          <a:endParaRPr lang="en-US"/>
        </a:p>
      </dgm:t>
    </dgm:pt>
    <dgm:pt modelId="{74496212-F00F-40A5-91D1-4E6C3AEF82E9}" type="sibTrans" cxnId="{AD071327-7821-4960-BDDB-E10EFF1F1E09}">
      <dgm:prSet/>
      <dgm:spPr/>
      <dgm:t>
        <a:bodyPr/>
        <a:lstStyle/>
        <a:p>
          <a:endParaRPr lang="en-US"/>
        </a:p>
      </dgm:t>
    </dgm:pt>
    <dgm:pt modelId="{C02D4931-3D53-44B6-8786-4F33D4438E16}" type="pres">
      <dgm:prSet presAssocID="{A8972B69-4B4F-436A-B547-1FADC4FB29B4}" presName="Name0" presStyleCnt="0">
        <dgm:presLayoutVars>
          <dgm:dir/>
          <dgm:animLvl val="lvl"/>
          <dgm:resizeHandles val="exact"/>
        </dgm:presLayoutVars>
      </dgm:prSet>
      <dgm:spPr/>
    </dgm:pt>
    <dgm:pt modelId="{2F9D52CB-4845-4677-B495-47244B0A6919}" type="pres">
      <dgm:prSet presAssocID="{EB5121E5-32EC-4CC1-8D66-D95323571777}" presName="boxAndChildren" presStyleCnt="0"/>
      <dgm:spPr/>
    </dgm:pt>
    <dgm:pt modelId="{F94D21B4-717D-44F3-A5A2-7786D04B0D36}" type="pres">
      <dgm:prSet presAssocID="{EB5121E5-32EC-4CC1-8D66-D95323571777}" presName="parentTextBox" presStyleLbl="node1" presStyleIdx="0" presStyleCnt="2"/>
      <dgm:spPr/>
    </dgm:pt>
    <dgm:pt modelId="{461B57AD-775D-46BC-AF21-BF741DE08030}" type="pres">
      <dgm:prSet presAssocID="{EB5121E5-32EC-4CC1-8D66-D95323571777}" presName="entireBox" presStyleLbl="node1" presStyleIdx="0" presStyleCnt="2"/>
      <dgm:spPr/>
    </dgm:pt>
    <dgm:pt modelId="{83951E30-0CAF-40F5-A939-932BE4AB7938}" type="pres">
      <dgm:prSet presAssocID="{EB5121E5-32EC-4CC1-8D66-D95323571777}" presName="descendantBox" presStyleCnt="0"/>
      <dgm:spPr/>
    </dgm:pt>
    <dgm:pt modelId="{DFEB7707-965B-4E91-8967-EA2DDFBF218E}" type="pres">
      <dgm:prSet presAssocID="{9182D038-504A-4BAB-926D-C43E3569DBBF}" presName="childTextBox" presStyleLbl="fgAccFollowNode1" presStyleIdx="0" presStyleCnt="4">
        <dgm:presLayoutVars>
          <dgm:bulletEnabled val="1"/>
        </dgm:presLayoutVars>
      </dgm:prSet>
      <dgm:spPr/>
    </dgm:pt>
    <dgm:pt modelId="{B73B748A-13E7-4DEF-98B7-3EA10A235998}" type="pres">
      <dgm:prSet presAssocID="{803D0F37-C69D-433A-8B5B-D4CF3107BCE9}" presName="childTextBox" presStyleLbl="fgAccFollowNode1" presStyleIdx="1" presStyleCnt="4">
        <dgm:presLayoutVars>
          <dgm:bulletEnabled val="1"/>
        </dgm:presLayoutVars>
      </dgm:prSet>
      <dgm:spPr/>
    </dgm:pt>
    <dgm:pt modelId="{AF879534-F1EC-4012-93E0-D6A87B0DF1D2}" type="pres">
      <dgm:prSet presAssocID="{E7728A9D-D3DD-4591-9C7C-7E316C5C312A}" presName="childTextBox" presStyleLbl="fgAccFollowNode1" presStyleIdx="2" presStyleCnt="4">
        <dgm:presLayoutVars>
          <dgm:bulletEnabled val="1"/>
        </dgm:presLayoutVars>
      </dgm:prSet>
      <dgm:spPr/>
    </dgm:pt>
    <dgm:pt modelId="{0F565987-2C71-4DCF-A1C1-E0601B2C4C10}" type="pres">
      <dgm:prSet presAssocID="{EFA31A2A-5CD7-4982-8FD7-0A79E8DF64F4}" presName="childTextBox" presStyleLbl="fgAccFollowNode1" presStyleIdx="3" presStyleCnt="4">
        <dgm:presLayoutVars>
          <dgm:bulletEnabled val="1"/>
        </dgm:presLayoutVars>
      </dgm:prSet>
      <dgm:spPr/>
    </dgm:pt>
    <dgm:pt modelId="{9D5C837F-8017-4AB9-8994-F8CB0FDCE4BB}" type="pres">
      <dgm:prSet presAssocID="{7E1354BB-EC61-4A45-99C9-75C6202CC56A}" presName="sp" presStyleCnt="0"/>
      <dgm:spPr/>
    </dgm:pt>
    <dgm:pt modelId="{8A5E0D36-7A12-4198-A6F1-EA719691EE02}" type="pres">
      <dgm:prSet presAssocID="{A75A4D4B-BFE9-4B6F-9A81-9F9C96F5DA38}" presName="arrowAndChildren" presStyleCnt="0"/>
      <dgm:spPr/>
    </dgm:pt>
    <dgm:pt modelId="{882C4059-4D1A-489A-A4F8-99823542DCD9}" type="pres">
      <dgm:prSet presAssocID="{A75A4D4B-BFE9-4B6F-9A81-9F9C96F5DA38}" presName="parentTextArrow" presStyleLbl="node1" presStyleIdx="1" presStyleCnt="2"/>
      <dgm:spPr/>
    </dgm:pt>
  </dgm:ptLst>
  <dgm:cxnLst>
    <dgm:cxn modelId="{6C177617-F56F-4B49-AFF7-5A0268F91B6B}" type="presOf" srcId="{EFA31A2A-5CD7-4982-8FD7-0A79E8DF64F4}" destId="{0F565987-2C71-4DCF-A1C1-E0601B2C4C10}" srcOrd="0" destOrd="0" presId="urn:microsoft.com/office/officeart/2005/8/layout/process4"/>
    <dgm:cxn modelId="{69FB5222-4348-4978-B408-A352A515FB8C}" type="presOf" srcId="{A75A4D4B-BFE9-4B6F-9A81-9F9C96F5DA38}" destId="{882C4059-4D1A-489A-A4F8-99823542DCD9}" srcOrd="0" destOrd="0" presId="urn:microsoft.com/office/officeart/2005/8/layout/process4"/>
    <dgm:cxn modelId="{AD071327-7821-4960-BDDB-E10EFF1F1E09}" srcId="{EB5121E5-32EC-4CC1-8D66-D95323571777}" destId="{EFA31A2A-5CD7-4982-8FD7-0A79E8DF64F4}" srcOrd="3" destOrd="0" parTransId="{607DAFC8-6764-4FFC-8726-E6F514E61ACC}" sibTransId="{74496212-F00F-40A5-91D1-4E6C3AEF82E9}"/>
    <dgm:cxn modelId="{96BD682A-FC68-4A7C-9512-924B325842BF}" srcId="{EB5121E5-32EC-4CC1-8D66-D95323571777}" destId="{803D0F37-C69D-433A-8B5B-D4CF3107BCE9}" srcOrd="1" destOrd="0" parTransId="{0F8742D7-FE16-4859-8C1B-1BE78247EC74}" sibTransId="{0E35261A-B537-4AFB-863E-A615EE915685}"/>
    <dgm:cxn modelId="{C670E53E-9704-4E9D-9DD5-43CBCDDB40CF}" srcId="{EB5121E5-32EC-4CC1-8D66-D95323571777}" destId="{9182D038-504A-4BAB-926D-C43E3569DBBF}" srcOrd="0" destOrd="0" parTransId="{00F85236-5344-4DED-89C4-7F145D94A221}" sibTransId="{AF0FFC48-338E-4ACC-9B88-42F7B229AF6E}"/>
    <dgm:cxn modelId="{65304746-C94F-4A87-836B-B25C4460EDFE}" type="presOf" srcId="{A8972B69-4B4F-436A-B547-1FADC4FB29B4}" destId="{C02D4931-3D53-44B6-8786-4F33D4438E16}" srcOrd="0" destOrd="0" presId="urn:microsoft.com/office/officeart/2005/8/layout/process4"/>
    <dgm:cxn modelId="{86FA586D-A309-4F89-BEBC-8E25BE20F502}" type="presOf" srcId="{E7728A9D-D3DD-4591-9C7C-7E316C5C312A}" destId="{AF879534-F1EC-4012-93E0-D6A87B0DF1D2}" srcOrd="0" destOrd="0" presId="urn:microsoft.com/office/officeart/2005/8/layout/process4"/>
    <dgm:cxn modelId="{65A72186-C2FC-4687-92E8-A27D6DD132EC}" srcId="{EB5121E5-32EC-4CC1-8D66-D95323571777}" destId="{E7728A9D-D3DD-4591-9C7C-7E316C5C312A}" srcOrd="2" destOrd="0" parTransId="{BFC6AE8E-AD4A-4D3E-8207-F17AF33DBF15}" sibTransId="{A0B2B5BB-C1F7-46A1-94E8-3258A056C71B}"/>
    <dgm:cxn modelId="{7F9DA8A4-8191-4121-8DA1-F0552EB3E440}" srcId="{A8972B69-4B4F-436A-B547-1FADC4FB29B4}" destId="{A75A4D4B-BFE9-4B6F-9A81-9F9C96F5DA38}" srcOrd="0" destOrd="0" parTransId="{4FAABBF4-AB55-44FE-B6F0-B4BF829D004F}" sibTransId="{7E1354BB-EC61-4A45-99C9-75C6202CC56A}"/>
    <dgm:cxn modelId="{6128F5AF-C1A9-41F0-B2F1-8F28816F04E7}" srcId="{A8972B69-4B4F-436A-B547-1FADC4FB29B4}" destId="{EB5121E5-32EC-4CC1-8D66-D95323571777}" srcOrd="1" destOrd="0" parTransId="{688F2547-1224-41BA-B5A3-11ACD36BDE10}" sibTransId="{D6AD86F4-A6C8-4FE0-AF15-A11786D5D5A7}"/>
    <dgm:cxn modelId="{26A444C0-0B38-4634-AD5F-1C186FFB9DD9}" type="presOf" srcId="{EB5121E5-32EC-4CC1-8D66-D95323571777}" destId="{F94D21B4-717D-44F3-A5A2-7786D04B0D36}" srcOrd="0" destOrd="0" presId="urn:microsoft.com/office/officeart/2005/8/layout/process4"/>
    <dgm:cxn modelId="{AA7A9CC2-389C-483C-833A-85BA2F7F71E3}" type="presOf" srcId="{EB5121E5-32EC-4CC1-8D66-D95323571777}" destId="{461B57AD-775D-46BC-AF21-BF741DE08030}" srcOrd="1" destOrd="0" presId="urn:microsoft.com/office/officeart/2005/8/layout/process4"/>
    <dgm:cxn modelId="{C3B22DCE-5D0E-437E-8154-E79603D00EB0}" type="presOf" srcId="{803D0F37-C69D-433A-8B5B-D4CF3107BCE9}" destId="{B73B748A-13E7-4DEF-98B7-3EA10A235998}" srcOrd="0" destOrd="0" presId="urn:microsoft.com/office/officeart/2005/8/layout/process4"/>
    <dgm:cxn modelId="{30533CF7-A5A0-4A3A-8965-00558F955E74}" type="presOf" srcId="{9182D038-504A-4BAB-926D-C43E3569DBBF}" destId="{DFEB7707-965B-4E91-8967-EA2DDFBF218E}" srcOrd="0" destOrd="0" presId="urn:microsoft.com/office/officeart/2005/8/layout/process4"/>
    <dgm:cxn modelId="{585D769B-BC63-443D-9FA0-53C8DAB66774}" type="presParOf" srcId="{C02D4931-3D53-44B6-8786-4F33D4438E16}" destId="{2F9D52CB-4845-4677-B495-47244B0A6919}" srcOrd="0" destOrd="0" presId="urn:microsoft.com/office/officeart/2005/8/layout/process4"/>
    <dgm:cxn modelId="{E97CFB66-FF70-4107-B30F-A57E6B6A8384}" type="presParOf" srcId="{2F9D52CB-4845-4677-B495-47244B0A6919}" destId="{F94D21B4-717D-44F3-A5A2-7786D04B0D36}" srcOrd="0" destOrd="0" presId="urn:microsoft.com/office/officeart/2005/8/layout/process4"/>
    <dgm:cxn modelId="{EE78CE6C-8BD5-4A8D-B505-A0567AADA1A0}" type="presParOf" srcId="{2F9D52CB-4845-4677-B495-47244B0A6919}" destId="{461B57AD-775D-46BC-AF21-BF741DE08030}" srcOrd="1" destOrd="0" presId="urn:microsoft.com/office/officeart/2005/8/layout/process4"/>
    <dgm:cxn modelId="{E7D39302-13F5-4A10-A512-128E0F7A971C}" type="presParOf" srcId="{2F9D52CB-4845-4677-B495-47244B0A6919}" destId="{83951E30-0CAF-40F5-A939-932BE4AB7938}" srcOrd="2" destOrd="0" presId="urn:microsoft.com/office/officeart/2005/8/layout/process4"/>
    <dgm:cxn modelId="{E3D32C8D-9443-4048-821F-5B1B6697B3D5}" type="presParOf" srcId="{83951E30-0CAF-40F5-A939-932BE4AB7938}" destId="{DFEB7707-965B-4E91-8967-EA2DDFBF218E}" srcOrd="0" destOrd="0" presId="urn:microsoft.com/office/officeart/2005/8/layout/process4"/>
    <dgm:cxn modelId="{3BCE72BC-8051-4103-9A78-F725F8E4CCE6}" type="presParOf" srcId="{83951E30-0CAF-40F5-A939-932BE4AB7938}" destId="{B73B748A-13E7-4DEF-98B7-3EA10A235998}" srcOrd="1" destOrd="0" presId="urn:microsoft.com/office/officeart/2005/8/layout/process4"/>
    <dgm:cxn modelId="{BF6079DC-B224-4217-8BB5-B3D0569542A7}" type="presParOf" srcId="{83951E30-0CAF-40F5-A939-932BE4AB7938}" destId="{AF879534-F1EC-4012-93E0-D6A87B0DF1D2}" srcOrd="2" destOrd="0" presId="urn:microsoft.com/office/officeart/2005/8/layout/process4"/>
    <dgm:cxn modelId="{0195C394-B69D-4A68-A009-93074C77C183}" type="presParOf" srcId="{83951E30-0CAF-40F5-A939-932BE4AB7938}" destId="{0F565987-2C71-4DCF-A1C1-E0601B2C4C10}" srcOrd="3" destOrd="0" presId="urn:microsoft.com/office/officeart/2005/8/layout/process4"/>
    <dgm:cxn modelId="{A9721079-1872-4B55-871A-045E8D59C442}" type="presParOf" srcId="{C02D4931-3D53-44B6-8786-4F33D4438E16}" destId="{9D5C837F-8017-4AB9-8994-F8CB0FDCE4BB}" srcOrd="1" destOrd="0" presId="urn:microsoft.com/office/officeart/2005/8/layout/process4"/>
    <dgm:cxn modelId="{6D892BAF-62E3-4B31-A661-30BEE1A06D60}" type="presParOf" srcId="{C02D4931-3D53-44B6-8786-4F33D4438E16}" destId="{8A5E0D36-7A12-4198-A6F1-EA719691EE02}" srcOrd="2" destOrd="0" presId="urn:microsoft.com/office/officeart/2005/8/layout/process4"/>
    <dgm:cxn modelId="{BC255D68-898C-49C5-84DF-ECA8561F177F}" type="presParOf" srcId="{8A5E0D36-7A12-4198-A6F1-EA719691EE02}" destId="{882C4059-4D1A-489A-A4F8-99823542DCD9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61316B-133B-4A8D-941F-4C64A7E7C881}" type="doc">
      <dgm:prSet loTypeId="urn:microsoft.com/office/officeart/2005/8/layout/matrix3" loCatId="matrix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AA020E5-CFC9-457C-B388-634525D9FC79}">
      <dgm:prSet/>
      <dgm:spPr/>
      <dgm:t>
        <a:bodyPr/>
        <a:lstStyle/>
        <a:p>
          <a:r>
            <a:rPr lang="en-US"/>
            <a:t>A</a:t>
          </a:r>
        </a:p>
      </dgm:t>
    </dgm:pt>
    <dgm:pt modelId="{A270A1C8-215E-4A79-B17C-685ADB00A7B8}" type="parTrans" cxnId="{53F9D983-EC65-4324-9E6C-B6EAE4F0F6A0}">
      <dgm:prSet/>
      <dgm:spPr/>
      <dgm:t>
        <a:bodyPr/>
        <a:lstStyle/>
        <a:p>
          <a:endParaRPr lang="en-US"/>
        </a:p>
      </dgm:t>
    </dgm:pt>
    <dgm:pt modelId="{43B43574-8F71-45B3-8A7B-827C7332CA7A}" type="sibTrans" cxnId="{53F9D983-EC65-4324-9E6C-B6EAE4F0F6A0}">
      <dgm:prSet/>
      <dgm:spPr/>
      <dgm:t>
        <a:bodyPr/>
        <a:lstStyle/>
        <a:p>
          <a:endParaRPr lang="en-US"/>
        </a:p>
      </dgm:t>
    </dgm:pt>
    <dgm:pt modelId="{29FF4CC7-F84D-46B4-AD96-3F62EC31112E}">
      <dgm:prSet/>
      <dgm:spPr/>
      <dgm:t>
        <a:bodyPr/>
        <a:lstStyle/>
        <a:p>
          <a:r>
            <a:rPr lang="en-US"/>
            <a:t>A</a:t>
          </a:r>
        </a:p>
      </dgm:t>
    </dgm:pt>
    <dgm:pt modelId="{60AB2D05-F873-42B4-B26F-715ADD203EBF}" type="parTrans" cxnId="{E10AF7B7-2851-40BC-BBA2-0BFE58F42796}">
      <dgm:prSet/>
      <dgm:spPr/>
      <dgm:t>
        <a:bodyPr/>
        <a:lstStyle/>
        <a:p>
          <a:endParaRPr lang="en-US"/>
        </a:p>
      </dgm:t>
    </dgm:pt>
    <dgm:pt modelId="{A5C2C1C5-95EA-4DA3-9AF1-7B671613ECBE}" type="sibTrans" cxnId="{E10AF7B7-2851-40BC-BBA2-0BFE58F42796}">
      <dgm:prSet/>
      <dgm:spPr/>
      <dgm:t>
        <a:bodyPr/>
        <a:lstStyle/>
        <a:p>
          <a:endParaRPr lang="en-US"/>
        </a:p>
      </dgm:t>
    </dgm:pt>
    <dgm:pt modelId="{875B6CC0-2710-419F-AC5C-9267424FAF79}">
      <dgm:prSet/>
      <dgm:spPr/>
      <dgm:t>
        <a:bodyPr/>
        <a:lstStyle/>
        <a:p>
          <a:r>
            <a:rPr lang="en-US"/>
            <a:t>A</a:t>
          </a:r>
        </a:p>
      </dgm:t>
    </dgm:pt>
    <dgm:pt modelId="{EB8BD106-E30E-49EA-A885-8B22958748E9}" type="parTrans" cxnId="{76FF75C9-CDF7-407A-92E2-58944A8BACD1}">
      <dgm:prSet/>
      <dgm:spPr/>
      <dgm:t>
        <a:bodyPr/>
        <a:lstStyle/>
        <a:p>
          <a:endParaRPr lang="en-US"/>
        </a:p>
      </dgm:t>
    </dgm:pt>
    <dgm:pt modelId="{8082A5D2-B14F-4B5C-B37A-066F3051BCF4}" type="sibTrans" cxnId="{76FF75C9-CDF7-407A-92E2-58944A8BACD1}">
      <dgm:prSet/>
      <dgm:spPr/>
      <dgm:t>
        <a:bodyPr/>
        <a:lstStyle/>
        <a:p>
          <a:endParaRPr lang="en-US"/>
        </a:p>
      </dgm:t>
    </dgm:pt>
    <dgm:pt modelId="{DEC04346-670A-400C-B231-CD2C1356E2E0}">
      <dgm:prSet/>
      <dgm:spPr/>
      <dgm:t>
        <a:bodyPr/>
        <a:lstStyle/>
        <a:p>
          <a:r>
            <a:rPr lang="en-US"/>
            <a:t>a</a:t>
          </a:r>
        </a:p>
      </dgm:t>
    </dgm:pt>
    <dgm:pt modelId="{22DC2659-1208-4453-A353-63A09F382DF5}" type="parTrans" cxnId="{F3B69DF4-3DFD-4F7D-9ECC-C34E2BF9AD3D}">
      <dgm:prSet/>
      <dgm:spPr/>
      <dgm:t>
        <a:bodyPr/>
        <a:lstStyle/>
        <a:p>
          <a:endParaRPr lang="en-US"/>
        </a:p>
      </dgm:t>
    </dgm:pt>
    <dgm:pt modelId="{650E11FD-C6C1-4312-8D6B-A4530858BB99}" type="sibTrans" cxnId="{F3B69DF4-3DFD-4F7D-9ECC-C34E2BF9AD3D}">
      <dgm:prSet/>
      <dgm:spPr/>
      <dgm:t>
        <a:bodyPr/>
        <a:lstStyle/>
        <a:p>
          <a:endParaRPr lang="en-US"/>
        </a:p>
      </dgm:t>
    </dgm:pt>
    <dgm:pt modelId="{B8A08FF3-B3E4-4F50-BB14-334593055125}" type="pres">
      <dgm:prSet presAssocID="{0361316B-133B-4A8D-941F-4C64A7E7C881}" presName="matrix" presStyleCnt="0">
        <dgm:presLayoutVars>
          <dgm:chMax val="1"/>
          <dgm:dir/>
          <dgm:resizeHandles val="exact"/>
        </dgm:presLayoutVars>
      </dgm:prSet>
      <dgm:spPr/>
    </dgm:pt>
    <dgm:pt modelId="{D6C74729-409E-4A2F-A9A4-684045A8F4DE}" type="pres">
      <dgm:prSet presAssocID="{0361316B-133B-4A8D-941F-4C64A7E7C881}" presName="diamond" presStyleLbl="bgShp" presStyleIdx="0" presStyleCnt="1"/>
      <dgm:spPr/>
    </dgm:pt>
    <dgm:pt modelId="{7D8E56E0-578A-4738-A5C1-EBFFD93B6FAA}" type="pres">
      <dgm:prSet presAssocID="{0361316B-133B-4A8D-941F-4C64A7E7C881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55C5B74F-06CF-4DE5-B28D-E14186000F32}" type="pres">
      <dgm:prSet presAssocID="{0361316B-133B-4A8D-941F-4C64A7E7C881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368A2244-A8B1-4C19-881B-CD008E517A75}" type="pres">
      <dgm:prSet presAssocID="{0361316B-133B-4A8D-941F-4C64A7E7C881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683A212C-F48D-4032-92C8-1210174660C0}" type="pres">
      <dgm:prSet presAssocID="{0361316B-133B-4A8D-941F-4C64A7E7C881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17BCAB63-C49B-4968-ABBB-9A1EA6652ED6}" type="presOf" srcId="{AAA020E5-CFC9-457C-B388-634525D9FC79}" destId="{7D8E56E0-578A-4738-A5C1-EBFFD93B6FAA}" srcOrd="0" destOrd="0" presId="urn:microsoft.com/office/officeart/2005/8/layout/matrix3"/>
    <dgm:cxn modelId="{E4EAD468-E3C8-483A-B9C3-E4DFA5A93B8B}" type="presOf" srcId="{875B6CC0-2710-419F-AC5C-9267424FAF79}" destId="{368A2244-A8B1-4C19-881B-CD008E517A75}" srcOrd="0" destOrd="0" presId="urn:microsoft.com/office/officeart/2005/8/layout/matrix3"/>
    <dgm:cxn modelId="{FCC82B7A-F30F-4018-8A26-4BDBF0E93A6B}" type="presOf" srcId="{29FF4CC7-F84D-46B4-AD96-3F62EC31112E}" destId="{55C5B74F-06CF-4DE5-B28D-E14186000F32}" srcOrd="0" destOrd="0" presId="urn:microsoft.com/office/officeart/2005/8/layout/matrix3"/>
    <dgm:cxn modelId="{53F9D983-EC65-4324-9E6C-B6EAE4F0F6A0}" srcId="{0361316B-133B-4A8D-941F-4C64A7E7C881}" destId="{AAA020E5-CFC9-457C-B388-634525D9FC79}" srcOrd="0" destOrd="0" parTransId="{A270A1C8-215E-4A79-B17C-685ADB00A7B8}" sibTransId="{43B43574-8F71-45B3-8A7B-827C7332CA7A}"/>
    <dgm:cxn modelId="{E06CD887-8CE0-471C-8280-48E01545E54E}" type="presOf" srcId="{DEC04346-670A-400C-B231-CD2C1356E2E0}" destId="{683A212C-F48D-4032-92C8-1210174660C0}" srcOrd="0" destOrd="0" presId="urn:microsoft.com/office/officeart/2005/8/layout/matrix3"/>
    <dgm:cxn modelId="{ECB60EA7-0606-435A-90FA-BF9D2EE1FAFA}" type="presOf" srcId="{0361316B-133B-4A8D-941F-4C64A7E7C881}" destId="{B8A08FF3-B3E4-4F50-BB14-334593055125}" srcOrd="0" destOrd="0" presId="urn:microsoft.com/office/officeart/2005/8/layout/matrix3"/>
    <dgm:cxn modelId="{E10AF7B7-2851-40BC-BBA2-0BFE58F42796}" srcId="{0361316B-133B-4A8D-941F-4C64A7E7C881}" destId="{29FF4CC7-F84D-46B4-AD96-3F62EC31112E}" srcOrd="1" destOrd="0" parTransId="{60AB2D05-F873-42B4-B26F-715ADD203EBF}" sibTransId="{A5C2C1C5-95EA-4DA3-9AF1-7B671613ECBE}"/>
    <dgm:cxn modelId="{76FF75C9-CDF7-407A-92E2-58944A8BACD1}" srcId="{0361316B-133B-4A8D-941F-4C64A7E7C881}" destId="{875B6CC0-2710-419F-AC5C-9267424FAF79}" srcOrd="2" destOrd="0" parTransId="{EB8BD106-E30E-49EA-A885-8B22958748E9}" sibTransId="{8082A5D2-B14F-4B5C-B37A-066F3051BCF4}"/>
    <dgm:cxn modelId="{F3B69DF4-3DFD-4F7D-9ECC-C34E2BF9AD3D}" srcId="{0361316B-133B-4A8D-941F-4C64A7E7C881}" destId="{DEC04346-670A-400C-B231-CD2C1356E2E0}" srcOrd="3" destOrd="0" parTransId="{22DC2659-1208-4453-A353-63A09F382DF5}" sibTransId="{650E11FD-C6C1-4312-8D6B-A4530858BB99}"/>
    <dgm:cxn modelId="{1B88C283-9677-4BAF-879F-ED107627A062}" type="presParOf" srcId="{B8A08FF3-B3E4-4F50-BB14-334593055125}" destId="{D6C74729-409E-4A2F-A9A4-684045A8F4DE}" srcOrd="0" destOrd="0" presId="urn:microsoft.com/office/officeart/2005/8/layout/matrix3"/>
    <dgm:cxn modelId="{2C2555FE-C97A-4F20-9C7F-525E7C49DF1C}" type="presParOf" srcId="{B8A08FF3-B3E4-4F50-BB14-334593055125}" destId="{7D8E56E0-578A-4738-A5C1-EBFFD93B6FAA}" srcOrd="1" destOrd="0" presId="urn:microsoft.com/office/officeart/2005/8/layout/matrix3"/>
    <dgm:cxn modelId="{B411113F-2563-4141-8FA2-AC5542E3A14C}" type="presParOf" srcId="{B8A08FF3-B3E4-4F50-BB14-334593055125}" destId="{55C5B74F-06CF-4DE5-B28D-E14186000F32}" srcOrd="2" destOrd="0" presId="urn:microsoft.com/office/officeart/2005/8/layout/matrix3"/>
    <dgm:cxn modelId="{C5AA080C-B7EF-4469-8D0D-819B9B5B3536}" type="presParOf" srcId="{B8A08FF3-B3E4-4F50-BB14-334593055125}" destId="{368A2244-A8B1-4C19-881B-CD008E517A75}" srcOrd="3" destOrd="0" presId="urn:microsoft.com/office/officeart/2005/8/layout/matrix3"/>
    <dgm:cxn modelId="{FA9A3EB1-8CA6-43B7-8B83-B11F8C133DA9}" type="presParOf" srcId="{B8A08FF3-B3E4-4F50-BB14-334593055125}" destId="{683A212C-F48D-4032-92C8-1210174660C0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14E899A-4745-4D99-8703-420E2BFFDA65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995CFF-3841-44CB-A72F-F74E302D40F2}">
      <dgm:prSet/>
      <dgm:spPr/>
      <dgm:t>
        <a:bodyPr/>
        <a:lstStyle/>
        <a:p>
          <a:r>
            <a:rPr lang="en-US"/>
            <a:t>A</a:t>
          </a:r>
        </a:p>
      </dgm:t>
    </dgm:pt>
    <dgm:pt modelId="{7B2DEC3C-926A-4E9D-8537-C639E282BDFC}" type="parTrans" cxnId="{E5111FFB-3430-4683-8667-09E81644A8CC}">
      <dgm:prSet/>
      <dgm:spPr/>
      <dgm:t>
        <a:bodyPr/>
        <a:lstStyle/>
        <a:p>
          <a:endParaRPr lang="en-US"/>
        </a:p>
      </dgm:t>
    </dgm:pt>
    <dgm:pt modelId="{C6EA68A9-C316-47AD-8851-064A9AD4BA98}" type="sibTrans" cxnId="{E5111FFB-3430-4683-8667-09E81644A8CC}">
      <dgm:prSet/>
      <dgm:spPr/>
      <dgm:t>
        <a:bodyPr/>
        <a:lstStyle/>
        <a:p>
          <a:endParaRPr lang="en-US"/>
        </a:p>
      </dgm:t>
    </dgm:pt>
    <dgm:pt modelId="{E773FB18-49B8-41C7-B0A2-ABF72B7CEA47}">
      <dgm:prSet/>
      <dgm:spPr/>
      <dgm:t>
        <a:bodyPr/>
        <a:lstStyle/>
        <a:p>
          <a:r>
            <a:rPr lang="en-US"/>
            <a:t>A</a:t>
          </a:r>
        </a:p>
      </dgm:t>
    </dgm:pt>
    <dgm:pt modelId="{26975736-3473-41AB-9AF7-633CEA9CEB62}" type="parTrans" cxnId="{FCC7C642-CA67-4206-8E32-9852D09AC569}">
      <dgm:prSet/>
      <dgm:spPr/>
      <dgm:t>
        <a:bodyPr/>
        <a:lstStyle/>
        <a:p>
          <a:endParaRPr lang="en-US"/>
        </a:p>
      </dgm:t>
    </dgm:pt>
    <dgm:pt modelId="{29502D32-8559-476C-9648-9F0078DFB03E}" type="sibTrans" cxnId="{FCC7C642-CA67-4206-8E32-9852D09AC569}">
      <dgm:prSet/>
      <dgm:spPr/>
      <dgm:t>
        <a:bodyPr/>
        <a:lstStyle/>
        <a:p>
          <a:endParaRPr lang="en-US"/>
        </a:p>
      </dgm:t>
    </dgm:pt>
    <dgm:pt modelId="{06421C40-B682-47F2-827F-DAD790079B25}">
      <dgm:prSet/>
      <dgm:spPr/>
      <dgm:t>
        <a:bodyPr/>
        <a:lstStyle/>
        <a:p>
          <a:r>
            <a:rPr lang="en-US"/>
            <a:t>A</a:t>
          </a:r>
        </a:p>
      </dgm:t>
    </dgm:pt>
    <dgm:pt modelId="{CF177BBE-F1C9-4C9D-9885-43E89A58401F}" type="parTrans" cxnId="{AEF7BD87-9AF6-4963-AB3A-2169A5961332}">
      <dgm:prSet/>
      <dgm:spPr/>
      <dgm:t>
        <a:bodyPr/>
        <a:lstStyle/>
        <a:p>
          <a:endParaRPr lang="en-US"/>
        </a:p>
      </dgm:t>
    </dgm:pt>
    <dgm:pt modelId="{A5743F3D-E2F6-44BB-9A18-E4731ADAF93A}" type="sibTrans" cxnId="{AEF7BD87-9AF6-4963-AB3A-2169A5961332}">
      <dgm:prSet/>
      <dgm:spPr/>
      <dgm:t>
        <a:bodyPr/>
        <a:lstStyle/>
        <a:p>
          <a:endParaRPr lang="en-US"/>
        </a:p>
      </dgm:t>
    </dgm:pt>
    <dgm:pt modelId="{BA0A4B62-D8CA-4C98-AE4C-A26087820451}">
      <dgm:prSet/>
      <dgm:spPr/>
      <dgm:t>
        <a:bodyPr/>
        <a:lstStyle/>
        <a:p>
          <a:r>
            <a:rPr lang="en-US"/>
            <a:t>a</a:t>
          </a:r>
        </a:p>
      </dgm:t>
    </dgm:pt>
    <dgm:pt modelId="{941CD622-40E4-47A1-9323-72CA0CAED49B}" type="parTrans" cxnId="{194B8C5B-B124-4334-9189-BAB8A70B7193}">
      <dgm:prSet/>
      <dgm:spPr/>
      <dgm:t>
        <a:bodyPr/>
        <a:lstStyle/>
        <a:p>
          <a:endParaRPr lang="en-US"/>
        </a:p>
      </dgm:t>
    </dgm:pt>
    <dgm:pt modelId="{CFB4FF5F-3B99-4CFC-BC3F-13E1DFEDEDE9}" type="sibTrans" cxnId="{194B8C5B-B124-4334-9189-BAB8A70B7193}">
      <dgm:prSet/>
      <dgm:spPr/>
      <dgm:t>
        <a:bodyPr/>
        <a:lstStyle/>
        <a:p>
          <a:endParaRPr lang="en-US"/>
        </a:p>
      </dgm:t>
    </dgm:pt>
    <dgm:pt modelId="{14403591-D88D-4C90-9FC0-7AD6C8958F80}" type="pres">
      <dgm:prSet presAssocID="{D14E899A-4745-4D99-8703-420E2BFFDA65}" presName="linear" presStyleCnt="0">
        <dgm:presLayoutVars>
          <dgm:animLvl val="lvl"/>
          <dgm:resizeHandles val="exact"/>
        </dgm:presLayoutVars>
      </dgm:prSet>
      <dgm:spPr/>
    </dgm:pt>
    <dgm:pt modelId="{87EA05BC-42BE-4574-A0EC-DC5A3D344A6C}" type="pres">
      <dgm:prSet presAssocID="{2D995CFF-3841-44CB-A72F-F74E302D40F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86212D7D-5329-4FA2-AB18-D7C95E628AC6}" type="pres">
      <dgm:prSet presAssocID="{C6EA68A9-C316-47AD-8851-064A9AD4BA98}" presName="spacer" presStyleCnt="0"/>
      <dgm:spPr/>
    </dgm:pt>
    <dgm:pt modelId="{44A037A3-6406-4FE5-A3E6-B0F19F2952BB}" type="pres">
      <dgm:prSet presAssocID="{E773FB18-49B8-41C7-B0A2-ABF72B7CEA4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72BD0C7-339E-4D26-9793-E805B17B75D1}" type="pres">
      <dgm:prSet presAssocID="{29502D32-8559-476C-9648-9F0078DFB03E}" presName="spacer" presStyleCnt="0"/>
      <dgm:spPr/>
    </dgm:pt>
    <dgm:pt modelId="{2818CE65-9643-467E-BDA7-C1361F720811}" type="pres">
      <dgm:prSet presAssocID="{06421C40-B682-47F2-827F-DAD790079B2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0A34044-231A-4D11-A353-40D2E6988D2F}" type="pres">
      <dgm:prSet presAssocID="{A5743F3D-E2F6-44BB-9A18-E4731ADAF93A}" presName="spacer" presStyleCnt="0"/>
      <dgm:spPr/>
    </dgm:pt>
    <dgm:pt modelId="{AC8B75C1-AA39-4621-9A34-70DE81DFA9F4}" type="pres">
      <dgm:prSet presAssocID="{BA0A4B62-D8CA-4C98-AE4C-A2608782045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ABAEE04-6EAD-4476-86CF-3F3193D84D63}" type="presOf" srcId="{2D995CFF-3841-44CB-A72F-F74E302D40F2}" destId="{87EA05BC-42BE-4574-A0EC-DC5A3D344A6C}" srcOrd="0" destOrd="0" presId="urn:microsoft.com/office/officeart/2005/8/layout/vList2"/>
    <dgm:cxn modelId="{CDD6200B-07B1-44EE-9A9E-463D5788410D}" type="presOf" srcId="{06421C40-B682-47F2-827F-DAD790079B25}" destId="{2818CE65-9643-467E-BDA7-C1361F720811}" srcOrd="0" destOrd="0" presId="urn:microsoft.com/office/officeart/2005/8/layout/vList2"/>
    <dgm:cxn modelId="{194B8C5B-B124-4334-9189-BAB8A70B7193}" srcId="{D14E899A-4745-4D99-8703-420E2BFFDA65}" destId="{BA0A4B62-D8CA-4C98-AE4C-A26087820451}" srcOrd="3" destOrd="0" parTransId="{941CD622-40E4-47A1-9323-72CA0CAED49B}" sibTransId="{CFB4FF5F-3B99-4CFC-BC3F-13E1DFEDEDE9}"/>
    <dgm:cxn modelId="{FCC7C642-CA67-4206-8E32-9852D09AC569}" srcId="{D14E899A-4745-4D99-8703-420E2BFFDA65}" destId="{E773FB18-49B8-41C7-B0A2-ABF72B7CEA47}" srcOrd="1" destOrd="0" parTransId="{26975736-3473-41AB-9AF7-633CEA9CEB62}" sibTransId="{29502D32-8559-476C-9648-9F0078DFB03E}"/>
    <dgm:cxn modelId="{3239ED80-0EF0-443D-B8AF-3D095561E4AA}" type="presOf" srcId="{D14E899A-4745-4D99-8703-420E2BFFDA65}" destId="{14403591-D88D-4C90-9FC0-7AD6C8958F80}" srcOrd="0" destOrd="0" presId="urn:microsoft.com/office/officeart/2005/8/layout/vList2"/>
    <dgm:cxn modelId="{AEF7BD87-9AF6-4963-AB3A-2169A5961332}" srcId="{D14E899A-4745-4D99-8703-420E2BFFDA65}" destId="{06421C40-B682-47F2-827F-DAD790079B25}" srcOrd="2" destOrd="0" parTransId="{CF177BBE-F1C9-4C9D-9885-43E89A58401F}" sibTransId="{A5743F3D-E2F6-44BB-9A18-E4731ADAF93A}"/>
    <dgm:cxn modelId="{FE9B4B97-CB31-4052-A9EA-F06CD84B0DBA}" type="presOf" srcId="{E773FB18-49B8-41C7-B0A2-ABF72B7CEA47}" destId="{44A037A3-6406-4FE5-A3E6-B0F19F2952BB}" srcOrd="0" destOrd="0" presId="urn:microsoft.com/office/officeart/2005/8/layout/vList2"/>
    <dgm:cxn modelId="{5906F6C9-5E20-4351-9DC8-8892C9C19499}" type="presOf" srcId="{BA0A4B62-D8CA-4C98-AE4C-A26087820451}" destId="{AC8B75C1-AA39-4621-9A34-70DE81DFA9F4}" srcOrd="0" destOrd="0" presId="urn:microsoft.com/office/officeart/2005/8/layout/vList2"/>
    <dgm:cxn modelId="{E5111FFB-3430-4683-8667-09E81644A8CC}" srcId="{D14E899A-4745-4D99-8703-420E2BFFDA65}" destId="{2D995CFF-3841-44CB-A72F-F74E302D40F2}" srcOrd="0" destOrd="0" parTransId="{7B2DEC3C-926A-4E9D-8537-C639E282BDFC}" sibTransId="{C6EA68A9-C316-47AD-8851-064A9AD4BA98}"/>
    <dgm:cxn modelId="{577B1322-1D37-45DC-AD5E-226A9455E4FA}" type="presParOf" srcId="{14403591-D88D-4C90-9FC0-7AD6C8958F80}" destId="{87EA05BC-42BE-4574-A0EC-DC5A3D344A6C}" srcOrd="0" destOrd="0" presId="urn:microsoft.com/office/officeart/2005/8/layout/vList2"/>
    <dgm:cxn modelId="{9658A0EC-2702-4BE2-992C-C2282D240102}" type="presParOf" srcId="{14403591-D88D-4C90-9FC0-7AD6C8958F80}" destId="{86212D7D-5329-4FA2-AB18-D7C95E628AC6}" srcOrd="1" destOrd="0" presId="urn:microsoft.com/office/officeart/2005/8/layout/vList2"/>
    <dgm:cxn modelId="{36A18616-AA47-4254-A3B6-FC46A2D72783}" type="presParOf" srcId="{14403591-D88D-4C90-9FC0-7AD6C8958F80}" destId="{44A037A3-6406-4FE5-A3E6-B0F19F2952BB}" srcOrd="2" destOrd="0" presId="urn:microsoft.com/office/officeart/2005/8/layout/vList2"/>
    <dgm:cxn modelId="{E515A89E-73EA-4343-BADD-A7E9536CC0B2}" type="presParOf" srcId="{14403591-D88D-4C90-9FC0-7AD6C8958F80}" destId="{C72BD0C7-339E-4D26-9793-E805B17B75D1}" srcOrd="3" destOrd="0" presId="urn:microsoft.com/office/officeart/2005/8/layout/vList2"/>
    <dgm:cxn modelId="{D9B5982F-1B42-468A-83A2-B6CB62F6A561}" type="presParOf" srcId="{14403591-D88D-4C90-9FC0-7AD6C8958F80}" destId="{2818CE65-9643-467E-BDA7-C1361F720811}" srcOrd="4" destOrd="0" presId="urn:microsoft.com/office/officeart/2005/8/layout/vList2"/>
    <dgm:cxn modelId="{50ECEC42-6D0E-4318-A676-4E03967BCC7E}" type="presParOf" srcId="{14403591-D88D-4C90-9FC0-7AD6C8958F80}" destId="{20A34044-231A-4D11-A353-40D2E6988D2F}" srcOrd="5" destOrd="0" presId="urn:microsoft.com/office/officeart/2005/8/layout/vList2"/>
    <dgm:cxn modelId="{5C8B8F1E-F5FA-4337-824D-7DB5B7B23789}" type="presParOf" srcId="{14403591-D88D-4C90-9FC0-7AD6C8958F80}" destId="{AC8B75C1-AA39-4621-9A34-70DE81DFA9F4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1B57AD-775D-46BC-AF21-BF741DE08030}">
      <dsp:nvSpPr>
        <dsp:cNvPr id="0" name=""/>
        <dsp:cNvSpPr/>
      </dsp:nvSpPr>
      <dsp:spPr>
        <a:xfrm>
          <a:off x="0" y="2911050"/>
          <a:ext cx="5019610" cy="190996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A useful revision should make the program:</a:t>
          </a:r>
        </a:p>
      </dsp:txBody>
      <dsp:txXfrm>
        <a:off x="0" y="2911050"/>
        <a:ext cx="5019610" cy="1031380"/>
      </dsp:txXfrm>
    </dsp:sp>
    <dsp:sp modelId="{DFEB7707-965B-4E91-8967-EA2DDFBF218E}">
      <dsp:nvSpPr>
        <dsp:cNvPr id="0" name=""/>
        <dsp:cNvSpPr/>
      </dsp:nvSpPr>
      <dsp:spPr>
        <a:xfrm>
          <a:off x="0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clearer</a:t>
          </a:r>
        </a:p>
      </dsp:txBody>
      <dsp:txXfrm>
        <a:off x="0" y="3904232"/>
        <a:ext cx="1254902" cy="878583"/>
      </dsp:txXfrm>
    </dsp:sp>
    <dsp:sp modelId="{B73B748A-13E7-4DEF-98B7-3EA10A235998}">
      <dsp:nvSpPr>
        <dsp:cNvPr id="0" name=""/>
        <dsp:cNvSpPr/>
      </dsp:nvSpPr>
      <dsp:spPr>
        <a:xfrm>
          <a:off x="1254902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3718424"/>
            <a:satOff val="16208"/>
            <a:lumOff val="1196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3718424"/>
              <a:satOff val="16208"/>
              <a:lumOff val="11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test</a:t>
          </a:r>
        </a:p>
      </dsp:txBody>
      <dsp:txXfrm>
        <a:off x="1254902" y="3904232"/>
        <a:ext cx="1254902" cy="878583"/>
      </dsp:txXfrm>
    </dsp:sp>
    <dsp:sp modelId="{AF879534-F1EC-4012-93E0-D6A87B0DF1D2}">
      <dsp:nvSpPr>
        <dsp:cNvPr id="0" name=""/>
        <dsp:cNvSpPr/>
      </dsp:nvSpPr>
      <dsp:spPr>
        <a:xfrm>
          <a:off x="2509805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7436848"/>
            <a:satOff val="32416"/>
            <a:lumOff val="2392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7436848"/>
              <a:satOff val="32416"/>
              <a:lumOff val="239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change</a:t>
          </a:r>
        </a:p>
      </dsp:txBody>
      <dsp:txXfrm>
        <a:off x="2509805" y="3904232"/>
        <a:ext cx="1254902" cy="878583"/>
      </dsp:txXfrm>
    </dsp:sp>
    <dsp:sp modelId="{0F565987-2C71-4DCF-A1C1-E0601B2C4C10}">
      <dsp:nvSpPr>
        <dsp:cNvPr id="0" name=""/>
        <dsp:cNvSpPr/>
      </dsp:nvSpPr>
      <dsp:spPr>
        <a:xfrm>
          <a:off x="3764707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11155272"/>
            <a:satOff val="48624"/>
            <a:lumOff val="358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1155272"/>
              <a:satOff val="48624"/>
              <a:lumOff val="358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explain</a:t>
          </a:r>
        </a:p>
      </dsp:txBody>
      <dsp:txXfrm>
        <a:off x="3764707" y="3904232"/>
        <a:ext cx="1254902" cy="878583"/>
      </dsp:txXfrm>
    </dsp:sp>
    <dsp:sp modelId="{882C4059-4D1A-489A-A4F8-99823542DCD9}">
      <dsp:nvSpPr>
        <dsp:cNvPr id="0" name=""/>
        <dsp:cNvSpPr/>
      </dsp:nvSpPr>
      <dsp:spPr>
        <a:xfrm rot="10800000">
          <a:off x="0" y="2174"/>
          <a:ext cx="5019610" cy="2937525"/>
        </a:xfrm>
        <a:prstGeom prst="upArrowCallou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Working baseline -&gt;</a:t>
          </a:r>
          <a:br>
            <a:rPr lang="en-US" sz="2500" kern="1200" dirty="0"/>
          </a:br>
          <a:r>
            <a:rPr lang="en-US" sz="2500" kern="1200" dirty="0"/>
            <a:t>compare structure -&gt;</a:t>
          </a:r>
          <a:br>
            <a:rPr lang="en-US" sz="2500" kern="1200" dirty="0"/>
          </a:br>
          <a:r>
            <a:rPr lang="en-US" sz="2500" kern="1200" dirty="0"/>
            <a:t>revise one meaningful thing -&gt; explain the improvement.</a:t>
          </a:r>
        </a:p>
      </dsp:txBody>
      <dsp:txXfrm rot="10800000">
        <a:off x="0" y="2174"/>
        <a:ext cx="5019610" cy="19087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C74729-409E-4A2F-A9A4-684045A8F4DE}">
      <dsp:nvSpPr>
        <dsp:cNvPr id="0" name=""/>
        <dsp:cNvSpPr/>
      </dsp:nvSpPr>
      <dsp:spPr>
        <a:xfrm>
          <a:off x="98210" y="0"/>
          <a:ext cx="4823190" cy="4823190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D8E56E0-578A-4738-A5C1-EBFFD93B6FAA}">
      <dsp:nvSpPr>
        <dsp:cNvPr id="0" name=""/>
        <dsp:cNvSpPr/>
      </dsp:nvSpPr>
      <dsp:spPr>
        <a:xfrm>
          <a:off x="556413" y="458203"/>
          <a:ext cx="1881044" cy="1881044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</a:t>
          </a:r>
        </a:p>
      </dsp:txBody>
      <dsp:txXfrm>
        <a:off x="648238" y="550028"/>
        <a:ext cx="1697394" cy="1697394"/>
      </dsp:txXfrm>
    </dsp:sp>
    <dsp:sp modelId="{55C5B74F-06CF-4DE5-B28D-E14186000F32}">
      <dsp:nvSpPr>
        <dsp:cNvPr id="0" name=""/>
        <dsp:cNvSpPr/>
      </dsp:nvSpPr>
      <dsp:spPr>
        <a:xfrm>
          <a:off x="2582152" y="458203"/>
          <a:ext cx="1881044" cy="1881044"/>
        </a:xfrm>
        <a:prstGeom prst="roundRect">
          <a:avLst/>
        </a:prstGeom>
        <a:gradFill rotWithShape="0">
          <a:gsLst>
            <a:gs pos="0">
              <a:schemeClr val="accent2">
                <a:hueOff val="-3298743"/>
                <a:satOff val="11981"/>
                <a:lumOff val="1112"/>
                <a:alphaOff val="0"/>
                <a:tint val="96000"/>
                <a:lumMod val="100000"/>
              </a:schemeClr>
            </a:gs>
            <a:gs pos="78000">
              <a:schemeClr val="accent2">
                <a:hueOff val="-3298743"/>
                <a:satOff val="11981"/>
                <a:lumOff val="1112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</a:t>
          </a:r>
        </a:p>
      </dsp:txBody>
      <dsp:txXfrm>
        <a:off x="2673977" y="550028"/>
        <a:ext cx="1697394" cy="1697394"/>
      </dsp:txXfrm>
    </dsp:sp>
    <dsp:sp modelId="{368A2244-A8B1-4C19-881B-CD008E517A75}">
      <dsp:nvSpPr>
        <dsp:cNvPr id="0" name=""/>
        <dsp:cNvSpPr/>
      </dsp:nvSpPr>
      <dsp:spPr>
        <a:xfrm>
          <a:off x="556413" y="2483942"/>
          <a:ext cx="1881044" cy="1881044"/>
        </a:xfrm>
        <a:prstGeom prst="roundRect">
          <a:avLst/>
        </a:prstGeom>
        <a:gradFill rotWithShape="0">
          <a:gsLst>
            <a:gs pos="0">
              <a:schemeClr val="accent2">
                <a:hueOff val="-6597487"/>
                <a:satOff val="23963"/>
                <a:lumOff val="2223"/>
                <a:alphaOff val="0"/>
                <a:tint val="96000"/>
                <a:lumMod val="100000"/>
              </a:schemeClr>
            </a:gs>
            <a:gs pos="78000">
              <a:schemeClr val="accent2">
                <a:hueOff val="-6597487"/>
                <a:satOff val="23963"/>
                <a:lumOff val="2223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</a:t>
          </a:r>
        </a:p>
      </dsp:txBody>
      <dsp:txXfrm>
        <a:off x="648238" y="2575767"/>
        <a:ext cx="1697394" cy="1697394"/>
      </dsp:txXfrm>
    </dsp:sp>
    <dsp:sp modelId="{683A212C-F48D-4032-92C8-1210174660C0}">
      <dsp:nvSpPr>
        <dsp:cNvPr id="0" name=""/>
        <dsp:cNvSpPr/>
      </dsp:nvSpPr>
      <dsp:spPr>
        <a:xfrm>
          <a:off x="2582152" y="2483942"/>
          <a:ext cx="1881044" cy="1881044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a</a:t>
          </a:r>
        </a:p>
      </dsp:txBody>
      <dsp:txXfrm>
        <a:off x="2673977" y="2575767"/>
        <a:ext cx="1697394" cy="169739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EA05BC-42BE-4574-A0EC-DC5A3D344A6C}">
      <dsp:nvSpPr>
        <dsp:cNvPr id="0" name=""/>
        <dsp:cNvSpPr/>
      </dsp:nvSpPr>
      <dsp:spPr>
        <a:xfrm>
          <a:off x="0" y="8954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62642"/>
        <a:ext cx="4912234" cy="992424"/>
      </dsp:txXfrm>
    </dsp:sp>
    <dsp:sp modelId="{44A037A3-6406-4FE5-A3E6-B0F19F2952BB}">
      <dsp:nvSpPr>
        <dsp:cNvPr id="0" name=""/>
        <dsp:cNvSpPr/>
      </dsp:nvSpPr>
      <dsp:spPr>
        <a:xfrm>
          <a:off x="0" y="1244114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3298743"/>
                <a:satOff val="11981"/>
                <a:lumOff val="1112"/>
                <a:alphaOff val="0"/>
                <a:tint val="96000"/>
                <a:lumMod val="100000"/>
              </a:schemeClr>
            </a:gs>
            <a:gs pos="78000">
              <a:schemeClr val="accent2">
                <a:hueOff val="-3298743"/>
                <a:satOff val="11981"/>
                <a:lumOff val="1112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1297802"/>
        <a:ext cx="4912234" cy="992424"/>
      </dsp:txXfrm>
    </dsp:sp>
    <dsp:sp modelId="{2818CE65-9643-467E-BDA7-C1361F720811}">
      <dsp:nvSpPr>
        <dsp:cNvPr id="0" name=""/>
        <dsp:cNvSpPr/>
      </dsp:nvSpPr>
      <dsp:spPr>
        <a:xfrm>
          <a:off x="0" y="2479275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6597487"/>
                <a:satOff val="23963"/>
                <a:lumOff val="2223"/>
                <a:alphaOff val="0"/>
                <a:tint val="96000"/>
                <a:lumMod val="100000"/>
              </a:schemeClr>
            </a:gs>
            <a:gs pos="78000">
              <a:schemeClr val="accent2">
                <a:hueOff val="-6597487"/>
                <a:satOff val="23963"/>
                <a:lumOff val="2223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2532963"/>
        <a:ext cx="4912234" cy="992424"/>
      </dsp:txXfrm>
    </dsp:sp>
    <dsp:sp modelId="{AC8B75C1-AA39-4621-9A34-70DE81DFA9F4}">
      <dsp:nvSpPr>
        <dsp:cNvPr id="0" name=""/>
        <dsp:cNvSpPr/>
      </dsp:nvSpPr>
      <dsp:spPr>
        <a:xfrm>
          <a:off x="0" y="3714435"/>
          <a:ext cx="5019610" cy="1099800"/>
        </a:xfrm>
        <a:prstGeom prst="roundRec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a</a:t>
          </a:r>
        </a:p>
      </dsp:txBody>
      <dsp:txXfrm>
        <a:off x="53688" y="3768123"/>
        <a:ext cx="4912234" cy="992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 Instructor Notes ** </a:t>
            </a:r>
          </a:p>
          <a:p>
            <a:r>
              <a:rPr lang="en-US" dirty="0"/>
              <a:t>Step through the coding solution(s) for the Lab.</a:t>
            </a:r>
            <a:br>
              <a:rPr lang="en-US" dirty="0"/>
            </a:br>
            <a:r>
              <a:rPr lang="en-US" dirty="0"/>
              <a:t>Be sure to state that this is only *one* solution of many. </a:t>
            </a:r>
            <a:br>
              <a:rPr lang="en-US" dirty="0"/>
            </a:br>
            <a:r>
              <a:rPr lang="en-US" dirty="0"/>
              <a:t>NOT the best or only solution.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68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Ask students to recall one idea from each day:</a:t>
            </a:r>
          </a:p>
          <a:p>
            <a:r>
              <a:rPr lang="en-US" sz="1300" dirty="0"/>
              <a:t>- Monday: What does `print()` do?</a:t>
            </a:r>
          </a:p>
          <a:p>
            <a:r>
              <a:rPr lang="en-US" sz="1300" dirty="0"/>
              <a:t>- Tuesday: What does an expression create?</a:t>
            </a:r>
          </a:p>
          <a:p>
            <a:endParaRPr lang="en-US" sz="1300" dirty="0"/>
          </a:p>
          <a:p>
            <a:r>
              <a:rPr lang="en-US" sz="1300" dirty="0"/>
              <a:t>Keep this short. The point is to bridge into integration.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focus on completing small programs, not collecting more topics.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83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833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290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protects against both overbuilding and aimless polishing. </a:t>
            </a:r>
          </a:p>
          <a:p>
            <a:r>
              <a:rPr lang="en-US" sz="1300" dirty="0"/>
              <a:t>One meaningful improvement is enough.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Let's name what we will use today.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5109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51090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rush the trace.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low, high, and mid mean before running the binary search explanation.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not that binary search "fails every time" on unsorted data.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that it is not trustworthy because its reasoning no longer holds.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 the decisions, not just the final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300" dirty="0"/>
            </a:br>
            <a:endParaRPr lang="en-US" sz="13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83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833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144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1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awpixel.com/image/65575/survey-feedback-accountant-aerial-view-business-calculator-check-checklist-choice-coffee-computation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103" y="1358537"/>
            <a:ext cx="5481211" cy="2692299"/>
          </a:xfrm>
        </p:spPr>
        <p:txBody>
          <a:bodyPr/>
          <a:lstStyle/>
          <a:p>
            <a:r>
              <a:rPr lang="en-US" dirty="0"/>
              <a:t>Web Development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Week </a:t>
            </a:r>
            <a:r>
              <a:rPr lang="en-US" dirty="0"/>
              <a:t>n</a:t>
            </a:r>
            <a:r>
              <a:rPr lang="en-US"/>
              <a:t> </a:t>
            </a:r>
            <a:r>
              <a:rPr lang="en-US" dirty="0"/>
              <a:t>– </a:t>
            </a:r>
            <a:r>
              <a:rPr lang="en-US"/>
              <a:t>“Title”</a:t>
            </a:r>
            <a:endParaRPr lang="en-US" dirty="0"/>
          </a:p>
          <a:p>
            <a:r>
              <a:rPr lang="en-US" i="1" dirty="0"/>
              <a:t>Day 1: “Subtitle”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62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C1AB3-4E10-DC1D-19E9-262AA9AD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/>
              <a:t>Review Coding Lab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C68C51-4C04-4FB3-8831-97CAFAF56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43" b="6549"/>
          <a:stretch>
            <a:fillRect/>
          </a:stretch>
        </p:blipFill>
        <p:spPr>
          <a:xfrm>
            <a:off x="739476" y="609600"/>
            <a:ext cx="6216024" cy="363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0D926-DDB4-ABA2-F676-65368B802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8611" r="23342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4AE7D7-0CEB-F126-08CD-348C3A2A8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>
            <a:normAutofit/>
          </a:bodyPr>
          <a:lstStyle/>
          <a:p>
            <a:r>
              <a:rPr lang="en-US" dirty="0"/>
              <a:t>Quick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3D39-026B-C61D-D6A3-140878484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2888342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Monday made output visible.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Tuesday made numeric value flow visible.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3766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D50984-DDEB-A743-533E-89C11F357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What Counts as Success Today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8FB340-C6CC-FE68-2C30-7F4BB19196C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4145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F8A41-8161-7F2E-C384-3F6C3C17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Secton</a:t>
            </a:r>
            <a:r>
              <a:rPr lang="en-US" dirty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F6F88-2E44-45BE-5E41-154C8AD99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371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F92D707-4F6F-1707-563F-DAA7E83D0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#1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“Basic Type Awareness”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CDE13-EC6E-831B-0134-AE933CD2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70234-1CD4-C819-1059-FE4065353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0265050-FD84-47EF-A163-6A481836C1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11B064D-F4EB-4312-AEEA-6AFDB257E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34303" y="-8467"/>
            <a:ext cx="3575050" cy="6866467"/>
            <a:chOff x="7425267" y="-8467"/>
            <a:chExt cx="4766733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7041201-C3DD-4181-B0E0-5C960FFE5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rgbClr val="BFBFBF">
                  <a:alpha val="75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9A678F-8D0F-4F98-85A6-797199C550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rgbClr val="BFBFBF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82463FFC-4B08-4AF2-AC5A-F681CE9772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87C110A9-8F54-42F4-9B19-8D33F94DE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5AD5FC-19DB-4C66-BDDA-043A6AAC9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352A3EAD-426D-4399-B7E0-81D26F7003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F842EF93-A507-4796-A726-0D0A9B751C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4F1410B-DBCE-471A-97C3-B96C0A7BB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BBC8502-8D68-4CE4-B690-2EBB6BCCD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EC021C5-BC3C-72F5-D9B5-B1F02182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Common Mistakes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77CD7A-FE9E-475D-BF9C-78183B0B1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06968" y="0"/>
            <a:ext cx="483703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D47581E-252F-AD5E-1CB2-F93518AEAC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5026663"/>
              </p:ext>
            </p:extLst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70288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91770-93D5-BB07-73B1-5E18A37EF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AFC5F-5B7A-1907-1B96-3B2911239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Common Mistakes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7E06D4AB-F1F0-3CB9-A300-DDF8C00AC16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23415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Lab 0n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6C1C5-46D3-5662-C887-3DA2319E7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61" r="43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Evidence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734599" cy="452759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Black fingerprints with one red fingerprint">
            <a:extLst>
              <a:ext uri="{FF2B5EF4-FFF2-40B4-BE49-F238E27FC236}">
                <a16:creationId xmlns:a16="http://schemas.microsoft.com/office/drawing/2014/main" id="{638035A6-8F2B-CFAB-F2A0-C40F7D534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500" r="20500"/>
          <a:stretch/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025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AI Use In Labs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8035A6-8F2B-CFAB-F2A0-C40F7D534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618" r="25100" b="1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85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Closing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A690D-4CB8-0C66-184B-33949F8D6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622-6194-2CC7-4489-A2CB9355E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Useful AI Prompt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4359E-464A-DA30-EFD5-4AAB4A198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“Prompt goes here …”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728018-283E-379A-70A7-867E4A3D7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24" r="2743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5021551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200" dirty="0"/>
              <a:t>Image Slide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5C1AE-67D2-9312-4902-A1548DA13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599" y="609600"/>
            <a:ext cx="6400800" cy="41148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10597</TotalTime>
  <Words>372</Words>
  <Application>Microsoft Office PowerPoint</Application>
  <PresentationFormat>On-screen Show (4:3)</PresentationFormat>
  <Paragraphs>87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Trebuchet MS</vt:lpstr>
      <vt:lpstr>Wingdings 3</vt:lpstr>
      <vt:lpstr>Facet</vt:lpstr>
      <vt:lpstr>Web Development Foundations</vt:lpstr>
      <vt:lpstr>PowerPoint Presentation</vt:lpstr>
      <vt:lpstr>Review Coding Lab</vt:lpstr>
      <vt:lpstr>Quick Review</vt:lpstr>
      <vt:lpstr>What We Will Use Today</vt:lpstr>
      <vt:lpstr>What We Will “Skip” For Now</vt:lpstr>
      <vt:lpstr>What Counts as Success Today</vt:lpstr>
      <vt:lpstr>Secton?</vt:lpstr>
      <vt:lpstr>Topic</vt:lpstr>
      <vt:lpstr>Demo #1</vt:lpstr>
      <vt:lpstr>What to Watch For</vt:lpstr>
      <vt:lpstr>PowerPoint Presentation</vt:lpstr>
      <vt:lpstr>Common Mistakes</vt:lpstr>
      <vt:lpstr>Common Mistakes</vt:lpstr>
      <vt:lpstr>Lab</vt:lpstr>
      <vt:lpstr>Evidence</vt:lpstr>
      <vt:lpstr>AI Use In Labs</vt:lpstr>
      <vt:lpstr>Closing Success Check</vt:lpstr>
      <vt:lpstr>Thank you!  Have Fun!</vt:lpstr>
      <vt:lpstr>Useful AI Prompt Pattern</vt:lpstr>
      <vt:lpstr>Image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130</cp:revision>
  <dcterms:created xsi:type="dcterms:W3CDTF">2013-01-27T09:14:16Z</dcterms:created>
  <dcterms:modified xsi:type="dcterms:W3CDTF">2026-06-28T13:15:54Z</dcterms:modified>
  <cp:category/>
</cp:coreProperties>
</file>