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3"/>
  </p:notesMasterIdLst>
  <p:sldIdLst>
    <p:sldId id="256" r:id="rId2"/>
    <p:sldId id="264" r:id="rId3"/>
    <p:sldId id="268" r:id="rId4"/>
    <p:sldId id="274" r:id="rId5"/>
    <p:sldId id="267" r:id="rId6"/>
    <p:sldId id="269" r:id="rId7"/>
    <p:sldId id="271" r:id="rId8"/>
    <p:sldId id="272" r:id="rId9"/>
    <p:sldId id="273" r:id="rId10"/>
    <p:sldId id="275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893" autoAdjust="0"/>
  </p:normalViewPr>
  <p:slideViewPr>
    <p:cSldViewPr snapToGrid="0" snapToObjects="1">
      <p:cViewPr>
        <p:scale>
          <a:sx n="66" d="100"/>
          <a:sy n="66" d="100"/>
        </p:scale>
        <p:origin x="290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311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73077D-2BEA-40FB-8204-AEAB6EDA2A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579411-28FD-40EE-A739-D82C63E64F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CSS: Appearance</a:t>
          </a:r>
        </a:p>
      </dgm:t>
    </dgm:pt>
    <dgm:pt modelId="{E1B08D94-B05C-4C8A-9A71-0BFC98C2D22F}" type="parTrans" cxnId="{29040B56-5E66-458F-A05D-6447121876EB}">
      <dgm:prSet/>
      <dgm:spPr/>
      <dgm:t>
        <a:bodyPr/>
        <a:lstStyle/>
        <a:p>
          <a:endParaRPr lang="en-US"/>
        </a:p>
      </dgm:t>
    </dgm:pt>
    <dgm:pt modelId="{0866CE96-56B8-4944-AAF7-4F722D51EA7F}" type="sibTrans" cxnId="{29040B56-5E66-458F-A05D-6447121876EB}">
      <dgm:prSet/>
      <dgm:spPr/>
      <dgm:t>
        <a:bodyPr/>
        <a:lstStyle/>
        <a:p>
          <a:endParaRPr lang="en-US"/>
        </a:p>
      </dgm:t>
    </dgm:pt>
    <dgm:pt modelId="{C541CD85-5956-4247-818E-B0CE8F1F83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JS: Behavior</a:t>
          </a:r>
        </a:p>
      </dgm:t>
    </dgm:pt>
    <dgm:pt modelId="{F725BB93-DE60-476B-9143-803F0F91352D}" type="parTrans" cxnId="{0C6B271F-3193-49B4-804A-367AA35C5C8D}">
      <dgm:prSet/>
      <dgm:spPr/>
      <dgm:t>
        <a:bodyPr/>
        <a:lstStyle/>
        <a:p>
          <a:endParaRPr lang="en-US"/>
        </a:p>
      </dgm:t>
    </dgm:pt>
    <dgm:pt modelId="{623CD313-8F31-4717-8F83-1665B0A830A4}" type="sibTrans" cxnId="{0C6B271F-3193-49B4-804A-367AA35C5C8D}">
      <dgm:prSet/>
      <dgm:spPr/>
      <dgm:t>
        <a:bodyPr/>
        <a:lstStyle/>
        <a:p>
          <a:endParaRPr lang="en-US"/>
        </a:p>
      </dgm:t>
    </dgm:pt>
    <dgm:pt modelId="{7A4D3E71-BD03-455F-A87E-C5C5C03D40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HTML: Structure</a:t>
          </a:r>
        </a:p>
      </dgm:t>
    </dgm:pt>
    <dgm:pt modelId="{9A1608DB-191C-4378-8F66-293E132283DC}" type="parTrans" cxnId="{66D8602F-C34D-4B13-AF44-B2AE5670C375}">
      <dgm:prSet/>
      <dgm:spPr/>
      <dgm:t>
        <a:bodyPr/>
        <a:lstStyle/>
        <a:p>
          <a:endParaRPr lang="en-US"/>
        </a:p>
      </dgm:t>
    </dgm:pt>
    <dgm:pt modelId="{C423C111-A835-47D1-A0AE-FE6181A71554}" type="sibTrans" cxnId="{66D8602F-C34D-4B13-AF44-B2AE5670C375}">
      <dgm:prSet/>
      <dgm:spPr/>
      <dgm:t>
        <a:bodyPr/>
        <a:lstStyle/>
        <a:p>
          <a:endParaRPr lang="en-US"/>
        </a:p>
      </dgm:t>
    </dgm:pt>
    <dgm:pt modelId="{BBB0F1C9-B59B-44D5-8987-DDFEF95B9B4E}" type="pres">
      <dgm:prSet presAssocID="{5973077D-2BEA-40FB-8204-AEAB6EDA2A2E}" presName="root" presStyleCnt="0">
        <dgm:presLayoutVars>
          <dgm:dir/>
          <dgm:resizeHandles val="exact"/>
        </dgm:presLayoutVars>
      </dgm:prSet>
      <dgm:spPr/>
    </dgm:pt>
    <dgm:pt modelId="{6B9BB13B-37E4-4E73-966B-FE0990241F36}" type="pres">
      <dgm:prSet presAssocID="{C541CD85-5956-4247-818E-B0CE8F1F8319}" presName="compNode" presStyleCnt="0"/>
      <dgm:spPr/>
    </dgm:pt>
    <dgm:pt modelId="{FF157E96-F1B9-4BC9-8C56-48CC0876F874}" type="pres">
      <dgm:prSet presAssocID="{C541CD85-5956-4247-818E-B0CE8F1F8319}" presName="bgRect" presStyleLbl="bgShp" presStyleIdx="0" presStyleCnt="3"/>
      <dgm:spPr/>
    </dgm:pt>
    <dgm:pt modelId="{BD14AD66-7ED0-430A-B985-86576D67CD75}" type="pres">
      <dgm:prSet presAssocID="{C541CD85-5956-4247-818E-B0CE8F1F8319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 with solid fill"/>
        </a:ext>
      </dgm:extLst>
    </dgm:pt>
    <dgm:pt modelId="{ED5ABEC4-8D6D-4315-B288-5450030A2E5B}" type="pres">
      <dgm:prSet presAssocID="{C541CD85-5956-4247-818E-B0CE8F1F8319}" presName="spaceRect" presStyleCnt="0"/>
      <dgm:spPr/>
    </dgm:pt>
    <dgm:pt modelId="{18B8F39E-C46A-4AEC-9A55-A86E4B21E587}" type="pres">
      <dgm:prSet presAssocID="{C541CD85-5956-4247-818E-B0CE8F1F8319}" presName="parTx" presStyleLbl="revTx" presStyleIdx="0" presStyleCnt="3">
        <dgm:presLayoutVars>
          <dgm:chMax val="0"/>
          <dgm:chPref val="0"/>
        </dgm:presLayoutVars>
      </dgm:prSet>
      <dgm:spPr/>
    </dgm:pt>
    <dgm:pt modelId="{BDB35607-800E-49C0-9735-29E1C4603C4C}" type="pres">
      <dgm:prSet presAssocID="{623CD313-8F31-4717-8F83-1665B0A830A4}" presName="sibTrans" presStyleCnt="0"/>
      <dgm:spPr/>
    </dgm:pt>
    <dgm:pt modelId="{5348629B-D776-4C35-9778-658783C6D7C2}" type="pres">
      <dgm:prSet presAssocID="{A7579411-28FD-40EE-A739-D82C63E64F6B}" presName="compNode" presStyleCnt="0"/>
      <dgm:spPr/>
    </dgm:pt>
    <dgm:pt modelId="{7B68F648-9A7D-4512-85FF-D0ABD1E6836B}" type="pres">
      <dgm:prSet presAssocID="{A7579411-28FD-40EE-A739-D82C63E64F6B}" presName="bgRect" presStyleLbl="bgShp" presStyleIdx="1" presStyleCnt="3"/>
      <dgm:spPr/>
    </dgm:pt>
    <dgm:pt modelId="{CAD66B64-5091-4A06-9860-F79F4F418808}" type="pres">
      <dgm:prSet presAssocID="{A7579411-28FD-40EE-A739-D82C63E64F6B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with solid fill"/>
        </a:ext>
      </dgm:extLst>
    </dgm:pt>
    <dgm:pt modelId="{79C76DC2-5891-40AF-85BE-F08BD357433E}" type="pres">
      <dgm:prSet presAssocID="{A7579411-28FD-40EE-A739-D82C63E64F6B}" presName="spaceRect" presStyleCnt="0"/>
      <dgm:spPr/>
    </dgm:pt>
    <dgm:pt modelId="{38DF4CE8-ED4B-4278-A63D-FB216627C0FB}" type="pres">
      <dgm:prSet presAssocID="{A7579411-28FD-40EE-A739-D82C63E64F6B}" presName="parTx" presStyleLbl="revTx" presStyleIdx="1" presStyleCnt="3">
        <dgm:presLayoutVars>
          <dgm:chMax val="0"/>
          <dgm:chPref val="0"/>
        </dgm:presLayoutVars>
      </dgm:prSet>
      <dgm:spPr/>
    </dgm:pt>
    <dgm:pt modelId="{357C2B45-8731-4885-9D91-F3218A7ADFEA}" type="pres">
      <dgm:prSet presAssocID="{0866CE96-56B8-4944-AAF7-4F722D51EA7F}" presName="sibTrans" presStyleCnt="0"/>
      <dgm:spPr/>
    </dgm:pt>
    <dgm:pt modelId="{08F99F71-E8E1-4A74-98C1-9AC432C95F73}" type="pres">
      <dgm:prSet presAssocID="{7A4D3E71-BD03-455F-A87E-C5C5C03D40EE}" presName="compNode" presStyleCnt="0"/>
      <dgm:spPr/>
    </dgm:pt>
    <dgm:pt modelId="{30C69E6F-3F7A-42DF-9E55-7D7AB3854D66}" type="pres">
      <dgm:prSet presAssocID="{7A4D3E71-BD03-455F-A87E-C5C5C03D40EE}" presName="bgRect" presStyleLbl="bgShp" presStyleIdx="2" presStyleCnt="3"/>
      <dgm:spPr/>
    </dgm:pt>
    <dgm:pt modelId="{96CE5EAE-1818-4FAB-992E-7D461DC449C1}" type="pres">
      <dgm:prSet presAssocID="{7A4D3E71-BD03-455F-A87E-C5C5C03D40EE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 with solid fill"/>
        </a:ext>
      </dgm:extLst>
    </dgm:pt>
    <dgm:pt modelId="{CDC43270-2F9D-4A88-BDDA-2654D00C0934}" type="pres">
      <dgm:prSet presAssocID="{7A4D3E71-BD03-455F-A87E-C5C5C03D40EE}" presName="spaceRect" presStyleCnt="0"/>
      <dgm:spPr/>
    </dgm:pt>
    <dgm:pt modelId="{608D17E9-087C-412E-B2F7-900ED14F192D}" type="pres">
      <dgm:prSet presAssocID="{7A4D3E71-BD03-455F-A87E-C5C5C03D40E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C6B271F-3193-49B4-804A-367AA35C5C8D}" srcId="{5973077D-2BEA-40FB-8204-AEAB6EDA2A2E}" destId="{C541CD85-5956-4247-818E-B0CE8F1F8319}" srcOrd="0" destOrd="0" parTransId="{F725BB93-DE60-476B-9143-803F0F91352D}" sibTransId="{623CD313-8F31-4717-8F83-1665B0A830A4}"/>
    <dgm:cxn modelId="{66D8602F-C34D-4B13-AF44-B2AE5670C375}" srcId="{5973077D-2BEA-40FB-8204-AEAB6EDA2A2E}" destId="{7A4D3E71-BD03-455F-A87E-C5C5C03D40EE}" srcOrd="2" destOrd="0" parTransId="{9A1608DB-191C-4378-8F66-293E132283DC}" sibTransId="{C423C111-A835-47D1-A0AE-FE6181A71554}"/>
    <dgm:cxn modelId="{3A9A633D-0EDD-48BC-B5F1-1EC8CFA4AA9A}" type="presOf" srcId="{5973077D-2BEA-40FB-8204-AEAB6EDA2A2E}" destId="{BBB0F1C9-B59B-44D5-8987-DDFEF95B9B4E}" srcOrd="0" destOrd="0" presId="urn:microsoft.com/office/officeart/2018/2/layout/IconVerticalSolidList"/>
    <dgm:cxn modelId="{6A096340-AB77-4D46-A05F-1AD95D607C64}" type="presOf" srcId="{C541CD85-5956-4247-818E-B0CE8F1F8319}" destId="{18B8F39E-C46A-4AEC-9A55-A86E4B21E587}" srcOrd="0" destOrd="0" presId="urn:microsoft.com/office/officeart/2018/2/layout/IconVerticalSolidList"/>
    <dgm:cxn modelId="{29040B56-5E66-458F-A05D-6447121876EB}" srcId="{5973077D-2BEA-40FB-8204-AEAB6EDA2A2E}" destId="{A7579411-28FD-40EE-A739-D82C63E64F6B}" srcOrd="1" destOrd="0" parTransId="{E1B08D94-B05C-4C8A-9A71-0BFC98C2D22F}" sibTransId="{0866CE96-56B8-4944-AAF7-4F722D51EA7F}"/>
    <dgm:cxn modelId="{2CAB6459-91C9-4E4E-8B1F-EBA7D9A03D26}" type="presOf" srcId="{7A4D3E71-BD03-455F-A87E-C5C5C03D40EE}" destId="{608D17E9-087C-412E-B2F7-900ED14F192D}" srcOrd="0" destOrd="0" presId="urn:microsoft.com/office/officeart/2018/2/layout/IconVerticalSolidList"/>
    <dgm:cxn modelId="{24BA04FB-9190-41EE-BF60-D12CC0C56D42}" type="presOf" srcId="{A7579411-28FD-40EE-A739-D82C63E64F6B}" destId="{38DF4CE8-ED4B-4278-A63D-FB216627C0FB}" srcOrd="0" destOrd="0" presId="urn:microsoft.com/office/officeart/2018/2/layout/IconVerticalSolidList"/>
    <dgm:cxn modelId="{18593E2B-B696-41AF-8850-871E8686C572}" type="presParOf" srcId="{BBB0F1C9-B59B-44D5-8987-DDFEF95B9B4E}" destId="{6B9BB13B-37E4-4E73-966B-FE0990241F36}" srcOrd="0" destOrd="0" presId="urn:microsoft.com/office/officeart/2018/2/layout/IconVerticalSolidList"/>
    <dgm:cxn modelId="{7634EF4B-1B3A-45FF-B42B-0C6D5D867012}" type="presParOf" srcId="{6B9BB13B-37E4-4E73-966B-FE0990241F36}" destId="{FF157E96-F1B9-4BC9-8C56-48CC0876F874}" srcOrd="0" destOrd="0" presId="urn:microsoft.com/office/officeart/2018/2/layout/IconVerticalSolidList"/>
    <dgm:cxn modelId="{F2EDFB8A-AA26-49A7-89B9-2843F29E8398}" type="presParOf" srcId="{6B9BB13B-37E4-4E73-966B-FE0990241F36}" destId="{BD14AD66-7ED0-430A-B985-86576D67CD75}" srcOrd="1" destOrd="0" presId="urn:microsoft.com/office/officeart/2018/2/layout/IconVerticalSolidList"/>
    <dgm:cxn modelId="{7AD238CB-ED89-4033-BD67-3FA892D7D4EB}" type="presParOf" srcId="{6B9BB13B-37E4-4E73-966B-FE0990241F36}" destId="{ED5ABEC4-8D6D-4315-B288-5450030A2E5B}" srcOrd="2" destOrd="0" presId="urn:microsoft.com/office/officeart/2018/2/layout/IconVerticalSolidList"/>
    <dgm:cxn modelId="{94742E07-6544-4B4B-8AA8-CEFA491A1A5F}" type="presParOf" srcId="{6B9BB13B-37E4-4E73-966B-FE0990241F36}" destId="{18B8F39E-C46A-4AEC-9A55-A86E4B21E587}" srcOrd="3" destOrd="0" presId="urn:microsoft.com/office/officeart/2018/2/layout/IconVerticalSolidList"/>
    <dgm:cxn modelId="{72963CFF-661D-4503-9747-3BACA8100E0E}" type="presParOf" srcId="{BBB0F1C9-B59B-44D5-8987-DDFEF95B9B4E}" destId="{BDB35607-800E-49C0-9735-29E1C4603C4C}" srcOrd="1" destOrd="0" presId="urn:microsoft.com/office/officeart/2018/2/layout/IconVerticalSolidList"/>
    <dgm:cxn modelId="{7CA0AB9B-BAAA-4B02-87B1-C2B9E85C0901}" type="presParOf" srcId="{BBB0F1C9-B59B-44D5-8987-DDFEF95B9B4E}" destId="{5348629B-D776-4C35-9778-658783C6D7C2}" srcOrd="2" destOrd="0" presId="urn:microsoft.com/office/officeart/2018/2/layout/IconVerticalSolidList"/>
    <dgm:cxn modelId="{AB63E817-BBA4-4D00-8DF9-B219184926BA}" type="presParOf" srcId="{5348629B-D776-4C35-9778-658783C6D7C2}" destId="{7B68F648-9A7D-4512-85FF-D0ABD1E6836B}" srcOrd="0" destOrd="0" presId="urn:microsoft.com/office/officeart/2018/2/layout/IconVerticalSolidList"/>
    <dgm:cxn modelId="{A7D97ABD-DC2B-488B-B905-723B43B6FDA1}" type="presParOf" srcId="{5348629B-D776-4C35-9778-658783C6D7C2}" destId="{CAD66B64-5091-4A06-9860-F79F4F418808}" srcOrd="1" destOrd="0" presId="urn:microsoft.com/office/officeart/2018/2/layout/IconVerticalSolidList"/>
    <dgm:cxn modelId="{A9545C7A-19AA-42D9-B0DB-32AD6D7FD3BA}" type="presParOf" srcId="{5348629B-D776-4C35-9778-658783C6D7C2}" destId="{79C76DC2-5891-40AF-85BE-F08BD357433E}" srcOrd="2" destOrd="0" presId="urn:microsoft.com/office/officeart/2018/2/layout/IconVerticalSolidList"/>
    <dgm:cxn modelId="{2C40F7C0-7819-45E5-856F-7B1ABC684A84}" type="presParOf" srcId="{5348629B-D776-4C35-9778-658783C6D7C2}" destId="{38DF4CE8-ED4B-4278-A63D-FB216627C0FB}" srcOrd="3" destOrd="0" presId="urn:microsoft.com/office/officeart/2018/2/layout/IconVerticalSolidList"/>
    <dgm:cxn modelId="{A6777C15-2591-46BC-B527-47C47A02EC61}" type="presParOf" srcId="{BBB0F1C9-B59B-44D5-8987-DDFEF95B9B4E}" destId="{357C2B45-8731-4885-9D91-F3218A7ADFEA}" srcOrd="3" destOrd="0" presId="urn:microsoft.com/office/officeart/2018/2/layout/IconVerticalSolidList"/>
    <dgm:cxn modelId="{1459018A-00CD-4AFA-9BE5-1D7EA9E4596E}" type="presParOf" srcId="{BBB0F1C9-B59B-44D5-8987-DDFEF95B9B4E}" destId="{08F99F71-E8E1-4A74-98C1-9AC432C95F73}" srcOrd="4" destOrd="0" presId="urn:microsoft.com/office/officeart/2018/2/layout/IconVerticalSolidList"/>
    <dgm:cxn modelId="{E14D04D4-C2DF-479C-8FBF-265E7F6C3223}" type="presParOf" srcId="{08F99F71-E8E1-4A74-98C1-9AC432C95F73}" destId="{30C69E6F-3F7A-42DF-9E55-7D7AB3854D66}" srcOrd="0" destOrd="0" presId="urn:microsoft.com/office/officeart/2018/2/layout/IconVerticalSolidList"/>
    <dgm:cxn modelId="{A1DD03F8-66C4-4834-9A58-8AEA7EA61702}" type="presParOf" srcId="{08F99F71-E8E1-4A74-98C1-9AC432C95F73}" destId="{96CE5EAE-1818-4FAB-992E-7D461DC449C1}" srcOrd="1" destOrd="0" presId="urn:microsoft.com/office/officeart/2018/2/layout/IconVerticalSolidList"/>
    <dgm:cxn modelId="{D8153934-A462-42BC-A006-818438167607}" type="presParOf" srcId="{08F99F71-E8E1-4A74-98C1-9AC432C95F73}" destId="{CDC43270-2F9D-4A88-BDDA-2654D00C0934}" srcOrd="2" destOrd="0" presId="urn:microsoft.com/office/officeart/2018/2/layout/IconVerticalSolidList"/>
    <dgm:cxn modelId="{FD7B46BF-8C40-40CD-B42F-C291425D8E7B}" type="presParOf" srcId="{08F99F71-E8E1-4A74-98C1-9AC432C95F73}" destId="{608D17E9-087C-412E-B2F7-900ED14F19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6D12A9-6F28-4B36-A405-50635111975B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2CB760-7AB6-4752-A209-EB1E665ADDDB}">
      <dgm:prSet/>
      <dgm:spPr/>
      <dgm:t>
        <a:bodyPr/>
        <a:lstStyle/>
        <a:p>
          <a:r>
            <a:rPr lang="en-US"/>
            <a:t>Pages are connected. </a:t>
          </a:r>
          <a:br>
            <a:rPr lang="en-US"/>
          </a:br>
          <a:r>
            <a:rPr lang="en-US"/>
            <a:t>(“Connection” and “flow” are systems thinking)</a:t>
          </a:r>
        </a:p>
      </dgm:t>
    </dgm:pt>
    <dgm:pt modelId="{D810C45A-48E3-4350-AD5A-031ECC3CC7AE}" type="parTrans" cxnId="{DA1440CD-42B7-4246-8294-E77433FA1EBF}">
      <dgm:prSet/>
      <dgm:spPr/>
      <dgm:t>
        <a:bodyPr/>
        <a:lstStyle/>
        <a:p>
          <a:endParaRPr lang="en-US"/>
        </a:p>
      </dgm:t>
    </dgm:pt>
    <dgm:pt modelId="{E4FFDB45-8050-46EE-AE72-BC22E77DCAE2}" type="sibTrans" cxnId="{DA1440CD-42B7-4246-8294-E77433FA1EBF}">
      <dgm:prSet/>
      <dgm:spPr/>
      <dgm:t>
        <a:bodyPr/>
        <a:lstStyle/>
        <a:p>
          <a:endParaRPr lang="en-US"/>
        </a:p>
      </dgm:t>
    </dgm:pt>
    <dgm:pt modelId="{FEA00D2E-6B36-4D11-8CA9-6DB4B92D8136}">
      <dgm:prSet/>
      <dgm:spPr/>
      <dgm:t>
        <a:bodyPr/>
        <a:lstStyle/>
        <a:p>
          <a:r>
            <a:rPr lang="en-US"/>
            <a:t>Not Isolated.</a:t>
          </a:r>
        </a:p>
      </dgm:t>
    </dgm:pt>
    <dgm:pt modelId="{454EFF99-003C-4533-8E4E-B0A06B6B2651}" type="parTrans" cxnId="{48A0A0F2-4FA5-447C-859A-5262B501B9C1}">
      <dgm:prSet/>
      <dgm:spPr/>
      <dgm:t>
        <a:bodyPr/>
        <a:lstStyle/>
        <a:p>
          <a:endParaRPr lang="en-US"/>
        </a:p>
      </dgm:t>
    </dgm:pt>
    <dgm:pt modelId="{86C76BE0-24DD-494B-B18B-2326F3F574D4}" type="sibTrans" cxnId="{48A0A0F2-4FA5-447C-859A-5262B501B9C1}">
      <dgm:prSet/>
      <dgm:spPr/>
      <dgm:t>
        <a:bodyPr/>
        <a:lstStyle/>
        <a:p>
          <a:endParaRPr lang="en-US"/>
        </a:p>
      </dgm:t>
    </dgm:pt>
    <dgm:pt modelId="{4579EF3B-76A7-444F-B063-94E5454E913C}">
      <dgm:prSet/>
      <dgm:spPr/>
      <dgm:t>
        <a:bodyPr/>
        <a:lstStyle/>
        <a:p>
          <a:r>
            <a:rPr lang="en-US"/>
            <a:t>System</a:t>
          </a:r>
        </a:p>
      </dgm:t>
    </dgm:pt>
    <dgm:pt modelId="{EC35EEA4-560F-40BB-8BC5-E3F5E73449E6}" type="parTrans" cxnId="{DCBBF721-E7E9-4299-865A-9ACCFB3CFB86}">
      <dgm:prSet/>
      <dgm:spPr/>
      <dgm:t>
        <a:bodyPr/>
        <a:lstStyle/>
        <a:p>
          <a:endParaRPr lang="en-US"/>
        </a:p>
      </dgm:t>
    </dgm:pt>
    <dgm:pt modelId="{9A1A4F55-2608-4D1D-85E7-C1CF96A085FA}" type="sibTrans" cxnId="{DCBBF721-E7E9-4299-865A-9ACCFB3CFB86}">
      <dgm:prSet/>
      <dgm:spPr/>
      <dgm:t>
        <a:bodyPr/>
        <a:lstStyle/>
        <a:p>
          <a:endParaRPr lang="en-US"/>
        </a:p>
      </dgm:t>
    </dgm:pt>
    <dgm:pt modelId="{5DEA3ACE-9956-48C2-8373-8166136FF45D}">
      <dgm:prSet/>
      <dgm:spPr/>
      <dgm:t>
        <a:bodyPr/>
        <a:lstStyle/>
        <a:p>
          <a:r>
            <a:rPr lang="en-US"/>
            <a:t>Home Page</a:t>
          </a:r>
        </a:p>
      </dgm:t>
    </dgm:pt>
    <dgm:pt modelId="{9EF4791B-6138-4E5C-8351-A960F60C2A7C}" type="parTrans" cxnId="{5F6994FE-3033-438C-ACF2-2A1B8AC3FE3F}">
      <dgm:prSet/>
      <dgm:spPr/>
      <dgm:t>
        <a:bodyPr/>
        <a:lstStyle/>
        <a:p>
          <a:endParaRPr lang="en-US"/>
        </a:p>
      </dgm:t>
    </dgm:pt>
    <dgm:pt modelId="{2177340E-5685-422E-A6E1-62F639073564}" type="sibTrans" cxnId="{5F6994FE-3033-438C-ACF2-2A1B8AC3FE3F}">
      <dgm:prSet/>
      <dgm:spPr/>
      <dgm:t>
        <a:bodyPr/>
        <a:lstStyle/>
        <a:p>
          <a:endParaRPr lang="en-US"/>
        </a:p>
      </dgm:t>
    </dgm:pt>
    <dgm:pt modelId="{2D6CF6F8-1587-4586-ADE5-EA1278C85785}">
      <dgm:prSet/>
      <dgm:spPr/>
      <dgm:t>
        <a:bodyPr/>
        <a:lstStyle/>
        <a:p>
          <a:r>
            <a:rPr lang="en-US"/>
            <a:t>About Page</a:t>
          </a:r>
        </a:p>
      </dgm:t>
    </dgm:pt>
    <dgm:pt modelId="{370267E5-77ED-4A7D-99A1-C244160D66BC}" type="parTrans" cxnId="{5E502A7E-61C5-4E4C-ABBF-8F7A118B487C}">
      <dgm:prSet/>
      <dgm:spPr/>
      <dgm:t>
        <a:bodyPr/>
        <a:lstStyle/>
        <a:p>
          <a:endParaRPr lang="en-US"/>
        </a:p>
      </dgm:t>
    </dgm:pt>
    <dgm:pt modelId="{0149AADF-30AE-420C-96B2-2CDBDC09377C}" type="sibTrans" cxnId="{5E502A7E-61C5-4E4C-ABBF-8F7A118B487C}">
      <dgm:prSet/>
      <dgm:spPr/>
      <dgm:t>
        <a:bodyPr/>
        <a:lstStyle/>
        <a:p>
          <a:endParaRPr lang="en-US"/>
        </a:p>
      </dgm:t>
    </dgm:pt>
    <dgm:pt modelId="{DB94F6F1-54B1-4D52-AD94-0C856A598E08}">
      <dgm:prSet/>
      <dgm:spPr/>
      <dgm:t>
        <a:bodyPr/>
        <a:lstStyle/>
        <a:p>
          <a:r>
            <a:rPr lang="en-US"/>
            <a:t>Topic Page</a:t>
          </a:r>
        </a:p>
      </dgm:t>
    </dgm:pt>
    <dgm:pt modelId="{40FC643C-9FBC-4A02-94C9-631D2D634512}" type="parTrans" cxnId="{DA3D70CC-1C35-4AB1-8D3B-D4894392C242}">
      <dgm:prSet/>
      <dgm:spPr/>
      <dgm:t>
        <a:bodyPr/>
        <a:lstStyle/>
        <a:p>
          <a:endParaRPr lang="en-US"/>
        </a:p>
      </dgm:t>
    </dgm:pt>
    <dgm:pt modelId="{B3C5F3A5-EB31-44AC-9AD1-FD186B247340}" type="sibTrans" cxnId="{DA3D70CC-1C35-4AB1-8D3B-D4894392C242}">
      <dgm:prSet/>
      <dgm:spPr/>
      <dgm:t>
        <a:bodyPr/>
        <a:lstStyle/>
        <a:p>
          <a:endParaRPr lang="en-US"/>
        </a:p>
      </dgm:t>
    </dgm:pt>
    <dgm:pt modelId="{B2124571-E1B2-4121-BBC6-9E082ED60554}" type="pres">
      <dgm:prSet presAssocID="{596D12A9-6F28-4B36-A405-50635111975B}" presName="Name0" presStyleCnt="0">
        <dgm:presLayoutVars>
          <dgm:dir/>
          <dgm:animLvl val="lvl"/>
          <dgm:resizeHandles val="exact"/>
        </dgm:presLayoutVars>
      </dgm:prSet>
      <dgm:spPr/>
    </dgm:pt>
    <dgm:pt modelId="{932B54BD-9A01-4B2F-A87A-6E879B969E49}" type="pres">
      <dgm:prSet presAssocID="{4579EF3B-76A7-444F-B063-94E5454E913C}" presName="boxAndChildren" presStyleCnt="0"/>
      <dgm:spPr/>
    </dgm:pt>
    <dgm:pt modelId="{63636DA5-DEC8-4EDB-BE06-321170B4A68D}" type="pres">
      <dgm:prSet presAssocID="{4579EF3B-76A7-444F-B063-94E5454E913C}" presName="parentTextBox" presStyleLbl="node1" presStyleIdx="0" presStyleCnt="3"/>
      <dgm:spPr/>
    </dgm:pt>
    <dgm:pt modelId="{57667794-E963-4964-A3C4-B90A784E2A3D}" type="pres">
      <dgm:prSet presAssocID="{4579EF3B-76A7-444F-B063-94E5454E913C}" presName="entireBox" presStyleLbl="node1" presStyleIdx="0" presStyleCnt="3"/>
      <dgm:spPr/>
    </dgm:pt>
    <dgm:pt modelId="{4AFD3861-C767-4939-8659-F9B591F04593}" type="pres">
      <dgm:prSet presAssocID="{4579EF3B-76A7-444F-B063-94E5454E913C}" presName="descendantBox" presStyleCnt="0"/>
      <dgm:spPr/>
    </dgm:pt>
    <dgm:pt modelId="{85680F94-27EE-461F-B523-96C1F12E7BE9}" type="pres">
      <dgm:prSet presAssocID="{5DEA3ACE-9956-48C2-8373-8166136FF45D}" presName="childTextBox" presStyleLbl="fgAccFollowNode1" presStyleIdx="0" presStyleCnt="3">
        <dgm:presLayoutVars>
          <dgm:bulletEnabled val="1"/>
        </dgm:presLayoutVars>
      </dgm:prSet>
      <dgm:spPr/>
    </dgm:pt>
    <dgm:pt modelId="{C3C2DC1B-0A68-4230-ADB2-4FC35E00245A}" type="pres">
      <dgm:prSet presAssocID="{2D6CF6F8-1587-4586-ADE5-EA1278C85785}" presName="childTextBox" presStyleLbl="fgAccFollowNode1" presStyleIdx="1" presStyleCnt="3">
        <dgm:presLayoutVars>
          <dgm:bulletEnabled val="1"/>
        </dgm:presLayoutVars>
      </dgm:prSet>
      <dgm:spPr/>
    </dgm:pt>
    <dgm:pt modelId="{B5ECA14A-85C3-4421-B2AB-34CEBFCDBAED}" type="pres">
      <dgm:prSet presAssocID="{DB94F6F1-54B1-4D52-AD94-0C856A598E08}" presName="childTextBox" presStyleLbl="fgAccFollowNode1" presStyleIdx="2" presStyleCnt="3">
        <dgm:presLayoutVars>
          <dgm:bulletEnabled val="1"/>
        </dgm:presLayoutVars>
      </dgm:prSet>
      <dgm:spPr/>
    </dgm:pt>
    <dgm:pt modelId="{C9D22607-FD17-4E25-8A32-401DBC636981}" type="pres">
      <dgm:prSet presAssocID="{86C76BE0-24DD-494B-B18B-2326F3F574D4}" presName="sp" presStyleCnt="0"/>
      <dgm:spPr/>
    </dgm:pt>
    <dgm:pt modelId="{117CC791-2A86-4200-8C5A-71347E65AA8F}" type="pres">
      <dgm:prSet presAssocID="{FEA00D2E-6B36-4D11-8CA9-6DB4B92D8136}" presName="arrowAndChildren" presStyleCnt="0"/>
      <dgm:spPr/>
    </dgm:pt>
    <dgm:pt modelId="{62C760BB-67FE-45EC-A9D5-EFE818B65BFD}" type="pres">
      <dgm:prSet presAssocID="{FEA00D2E-6B36-4D11-8CA9-6DB4B92D8136}" presName="parentTextArrow" presStyleLbl="node1" presStyleIdx="1" presStyleCnt="3"/>
      <dgm:spPr/>
    </dgm:pt>
    <dgm:pt modelId="{CD27FB3D-EE78-46FA-8523-9BDE36C80BE5}" type="pres">
      <dgm:prSet presAssocID="{E4FFDB45-8050-46EE-AE72-BC22E77DCAE2}" presName="sp" presStyleCnt="0"/>
      <dgm:spPr/>
    </dgm:pt>
    <dgm:pt modelId="{8AC4787F-7A60-4FE6-B2C6-6435146B7449}" type="pres">
      <dgm:prSet presAssocID="{E72CB760-7AB6-4752-A209-EB1E665ADDDB}" presName="arrowAndChildren" presStyleCnt="0"/>
      <dgm:spPr/>
    </dgm:pt>
    <dgm:pt modelId="{E7151BD0-624A-4D44-B40A-6536F70466C9}" type="pres">
      <dgm:prSet presAssocID="{E72CB760-7AB6-4752-A209-EB1E665ADDDB}" presName="parentTextArrow" presStyleLbl="node1" presStyleIdx="2" presStyleCnt="3"/>
      <dgm:spPr/>
    </dgm:pt>
  </dgm:ptLst>
  <dgm:cxnLst>
    <dgm:cxn modelId="{E8A96715-0706-4C03-9AC7-A812BE2C3EBD}" type="presOf" srcId="{DB94F6F1-54B1-4D52-AD94-0C856A598E08}" destId="{B5ECA14A-85C3-4421-B2AB-34CEBFCDBAED}" srcOrd="0" destOrd="0" presId="urn:microsoft.com/office/officeart/2005/8/layout/process4"/>
    <dgm:cxn modelId="{DCBBF721-E7E9-4299-865A-9ACCFB3CFB86}" srcId="{596D12A9-6F28-4B36-A405-50635111975B}" destId="{4579EF3B-76A7-444F-B063-94E5454E913C}" srcOrd="2" destOrd="0" parTransId="{EC35EEA4-560F-40BB-8BC5-E3F5E73449E6}" sibTransId="{9A1A4F55-2608-4D1D-85E7-C1CF96A085FA}"/>
    <dgm:cxn modelId="{AB1FD231-2D28-4CA2-9D2D-8413059960AF}" type="presOf" srcId="{2D6CF6F8-1587-4586-ADE5-EA1278C85785}" destId="{C3C2DC1B-0A68-4230-ADB2-4FC35E00245A}" srcOrd="0" destOrd="0" presId="urn:microsoft.com/office/officeart/2005/8/layout/process4"/>
    <dgm:cxn modelId="{B427CB78-5E2B-4463-B1CA-13E0FF95C108}" type="presOf" srcId="{5DEA3ACE-9956-48C2-8373-8166136FF45D}" destId="{85680F94-27EE-461F-B523-96C1F12E7BE9}" srcOrd="0" destOrd="0" presId="urn:microsoft.com/office/officeart/2005/8/layout/process4"/>
    <dgm:cxn modelId="{1FF79459-D10F-413D-8603-5966DA685AA8}" type="presOf" srcId="{4579EF3B-76A7-444F-B063-94E5454E913C}" destId="{57667794-E963-4964-A3C4-B90A784E2A3D}" srcOrd="1" destOrd="0" presId="urn:microsoft.com/office/officeart/2005/8/layout/process4"/>
    <dgm:cxn modelId="{5E502A7E-61C5-4E4C-ABBF-8F7A118B487C}" srcId="{4579EF3B-76A7-444F-B063-94E5454E913C}" destId="{2D6CF6F8-1587-4586-ADE5-EA1278C85785}" srcOrd="1" destOrd="0" parTransId="{370267E5-77ED-4A7D-99A1-C244160D66BC}" sibTransId="{0149AADF-30AE-420C-96B2-2CDBDC09377C}"/>
    <dgm:cxn modelId="{0EA9C67F-D6E5-43E8-9023-CB385EF49A63}" type="presOf" srcId="{4579EF3B-76A7-444F-B063-94E5454E913C}" destId="{63636DA5-DEC8-4EDB-BE06-321170B4A68D}" srcOrd="0" destOrd="0" presId="urn:microsoft.com/office/officeart/2005/8/layout/process4"/>
    <dgm:cxn modelId="{9B8EB38F-5DE5-4224-AE4B-AFF8844A373B}" type="presOf" srcId="{596D12A9-6F28-4B36-A405-50635111975B}" destId="{B2124571-E1B2-4121-BBC6-9E082ED60554}" srcOrd="0" destOrd="0" presId="urn:microsoft.com/office/officeart/2005/8/layout/process4"/>
    <dgm:cxn modelId="{DA3D70CC-1C35-4AB1-8D3B-D4894392C242}" srcId="{4579EF3B-76A7-444F-B063-94E5454E913C}" destId="{DB94F6F1-54B1-4D52-AD94-0C856A598E08}" srcOrd="2" destOrd="0" parTransId="{40FC643C-9FBC-4A02-94C9-631D2D634512}" sibTransId="{B3C5F3A5-EB31-44AC-9AD1-FD186B247340}"/>
    <dgm:cxn modelId="{DA1440CD-42B7-4246-8294-E77433FA1EBF}" srcId="{596D12A9-6F28-4B36-A405-50635111975B}" destId="{E72CB760-7AB6-4752-A209-EB1E665ADDDB}" srcOrd="0" destOrd="0" parTransId="{D810C45A-48E3-4350-AD5A-031ECC3CC7AE}" sibTransId="{E4FFDB45-8050-46EE-AE72-BC22E77DCAE2}"/>
    <dgm:cxn modelId="{5DA4FAD0-B7F2-4A9B-A43E-82CBC01D6957}" type="presOf" srcId="{E72CB760-7AB6-4752-A209-EB1E665ADDDB}" destId="{E7151BD0-624A-4D44-B40A-6536F70466C9}" srcOrd="0" destOrd="0" presId="urn:microsoft.com/office/officeart/2005/8/layout/process4"/>
    <dgm:cxn modelId="{103616D7-6764-4A6E-8D7A-35B33B3CA7DF}" type="presOf" srcId="{FEA00D2E-6B36-4D11-8CA9-6DB4B92D8136}" destId="{62C760BB-67FE-45EC-A9D5-EFE818B65BFD}" srcOrd="0" destOrd="0" presId="urn:microsoft.com/office/officeart/2005/8/layout/process4"/>
    <dgm:cxn modelId="{48A0A0F2-4FA5-447C-859A-5262B501B9C1}" srcId="{596D12A9-6F28-4B36-A405-50635111975B}" destId="{FEA00D2E-6B36-4D11-8CA9-6DB4B92D8136}" srcOrd="1" destOrd="0" parTransId="{454EFF99-003C-4533-8E4E-B0A06B6B2651}" sibTransId="{86C76BE0-24DD-494B-B18B-2326F3F574D4}"/>
    <dgm:cxn modelId="{5F6994FE-3033-438C-ACF2-2A1B8AC3FE3F}" srcId="{4579EF3B-76A7-444F-B063-94E5454E913C}" destId="{5DEA3ACE-9956-48C2-8373-8166136FF45D}" srcOrd="0" destOrd="0" parTransId="{9EF4791B-6138-4E5C-8351-A960F60C2A7C}" sibTransId="{2177340E-5685-422E-A6E1-62F639073564}"/>
    <dgm:cxn modelId="{B99A5C59-759C-40D6-AE3E-3A4AFA7A2786}" type="presParOf" srcId="{B2124571-E1B2-4121-BBC6-9E082ED60554}" destId="{932B54BD-9A01-4B2F-A87A-6E879B969E49}" srcOrd="0" destOrd="0" presId="urn:microsoft.com/office/officeart/2005/8/layout/process4"/>
    <dgm:cxn modelId="{F3820E90-87A0-44CF-B56E-50C62C474E9D}" type="presParOf" srcId="{932B54BD-9A01-4B2F-A87A-6E879B969E49}" destId="{63636DA5-DEC8-4EDB-BE06-321170B4A68D}" srcOrd="0" destOrd="0" presId="urn:microsoft.com/office/officeart/2005/8/layout/process4"/>
    <dgm:cxn modelId="{A0CB1140-5BA2-44D3-8E4D-95161F10E712}" type="presParOf" srcId="{932B54BD-9A01-4B2F-A87A-6E879B969E49}" destId="{57667794-E963-4964-A3C4-B90A784E2A3D}" srcOrd="1" destOrd="0" presId="urn:microsoft.com/office/officeart/2005/8/layout/process4"/>
    <dgm:cxn modelId="{93B8B785-9156-44E4-9590-6A3CFDC8867A}" type="presParOf" srcId="{932B54BD-9A01-4B2F-A87A-6E879B969E49}" destId="{4AFD3861-C767-4939-8659-F9B591F04593}" srcOrd="2" destOrd="0" presId="urn:microsoft.com/office/officeart/2005/8/layout/process4"/>
    <dgm:cxn modelId="{093752CF-0FCE-4599-BB7C-F8B2B82D9D04}" type="presParOf" srcId="{4AFD3861-C767-4939-8659-F9B591F04593}" destId="{85680F94-27EE-461F-B523-96C1F12E7BE9}" srcOrd="0" destOrd="0" presId="urn:microsoft.com/office/officeart/2005/8/layout/process4"/>
    <dgm:cxn modelId="{F5E07640-028E-4F26-9AE5-F39557933865}" type="presParOf" srcId="{4AFD3861-C767-4939-8659-F9B591F04593}" destId="{C3C2DC1B-0A68-4230-ADB2-4FC35E00245A}" srcOrd="1" destOrd="0" presId="urn:microsoft.com/office/officeart/2005/8/layout/process4"/>
    <dgm:cxn modelId="{BB5278B0-445A-4FB5-84EB-2C111185FD85}" type="presParOf" srcId="{4AFD3861-C767-4939-8659-F9B591F04593}" destId="{B5ECA14A-85C3-4421-B2AB-34CEBFCDBAED}" srcOrd="2" destOrd="0" presId="urn:microsoft.com/office/officeart/2005/8/layout/process4"/>
    <dgm:cxn modelId="{FD74EB05-0A3F-45DC-9B8A-04BF854937A8}" type="presParOf" srcId="{B2124571-E1B2-4121-BBC6-9E082ED60554}" destId="{C9D22607-FD17-4E25-8A32-401DBC636981}" srcOrd="1" destOrd="0" presId="urn:microsoft.com/office/officeart/2005/8/layout/process4"/>
    <dgm:cxn modelId="{88DEB708-6572-465A-B697-4A840B7C288A}" type="presParOf" srcId="{B2124571-E1B2-4121-BBC6-9E082ED60554}" destId="{117CC791-2A86-4200-8C5A-71347E65AA8F}" srcOrd="2" destOrd="0" presId="urn:microsoft.com/office/officeart/2005/8/layout/process4"/>
    <dgm:cxn modelId="{9AF5B730-851B-42E3-81AE-076A059675A0}" type="presParOf" srcId="{117CC791-2A86-4200-8C5A-71347E65AA8F}" destId="{62C760BB-67FE-45EC-A9D5-EFE818B65BFD}" srcOrd="0" destOrd="0" presId="urn:microsoft.com/office/officeart/2005/8/layout/process4"/>
    <dgm:cxn modelId="{B8179E70-0BAD-4473-B2DB-93A52C3D7E34}" type="presParOf" srcId="{B2124571-E1B2-4121-BBC6-9E082ED60554}" destId="{CD27FB3D-EE78-46FA-8523-9BDE36C80BE5}" srcOrd="3" destOrd="0" presId="urn:microsoft.com/office/officeart/2005/8/layout/process4"/>
    <dgm:cxn modelId="{A958EEF1-BF8B-4FD9-A09E-9090F1D67EAD}" type="presParOf" srcId="{B2124571-E1B2-4121-BBC6-9E082ED60554}" destId="{8AC4787F-7A60-4FE6-B2C6-6435146B7449}" srcOrd="4" destOrd="0" presId="urn:microsoft.com/office/officeart/2005/8/layout/process4"/>
    <dgm:cxn modelId="{F00A7E68-7A3F-4810-9456-B5F5BB1D64B9}" type="presParOf" srcId="{8AC4787F-7A60-4FE6-B2C6-6435146B7449}" destId="{E7151BD0-624A-4D44-B40A-6536F70466C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157E96-F1B9-4BC9-8C56-48CC0876F874}">
      <dsp:nvSpPr>
        <dsp:cNvPr id="0" name=""/>
        <dsp:cNvSpPr/>
      </dsp:nvSpPr>
      <dsp:spPr>
        <a:xfrm>
          <a:off x="0" y="588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4AD66-7ED0-430A-B985-86576D67CD75}">
      <dsp:nvSpPr>
        <dsp:cNvPr id="0" name=""/>
        <dsp:cNvSpPr/>
      </dsp:nvSpPr>
      <dsp:spPr>
        <a:xfrm>
          <a:off x="416759" y="310575"/>
          <a:ext cx="757744" cy="7577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8F39E-C46A-4AEC-9A55-A86E4B21E587}">
      <dsp:nvSpPr>
        <dsp:cNvPr id="0" name=""/>
        <dsp:cNvSpPr/>
      </dsp:nvSpPr>
      <dsp:spPr>
        <a:xfrm>
          <a:off x="1591264" y="588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JS: Behavior</a:t>
          </a:r>
        </a:p>
      </dsp:txBody>
      <dsp:txXfrm>
        <a:off x="1591264" y="588"/>
        <a:ext cx="3428345" cy="1377717"/>
      </dsp:txXfrm>
    </dsp:sp>
    <dsp:sp modelId="{7B68F648-9A7D-4512-85FF-D0ABD1E6836B}">
      <dsp:nvSpPr>
        <dsp:cNvPr id="0" name=""/>
        <dsp:cNvSpPr/>
      </dsp:nvSpPr>
      <dsp:spPr>
        <a:xfrm>
          <a:off x="0" y="1722736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D66B64-5091-4A06-9860-F79F4F418808}">
      <dsp:nvSpPr>
        <dsp:cNvPr id="0" name=""/>
        <dsp:cNvSpPr/>
      </dsp:nvSpPr>
      <dsp:spPr>
        <a:xfrm>
          <a:off x="416759" y="2032722"/>
          <a:ext cx="757744" cy="7577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DF4CE8-ED4B-4278-A63D-FB216627C0FB}">
      <dsp:nvSpPr>
        <dsp:cNvPr id="0" name=""/>
        <dsp:cNvSpPr/>
      </dsp:nvSpPr>
      <dsp:spPr>
        <a:xfrm>
          <a:off x="1591264" y="1722736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CSS: Appearance</a:t>
          </a:r>
        </a:p>
      </dsp:txBody>
      <dsp:txXfrm>
        <a:off x="1591264" y="1722736"/>
        <a:ext cx="3428345" cy="1377717"/>
      </dsp:txXfrm>
    </dsp:sp>
    <dsp:sp modelId="{30C69E6F-3F7A-42DF-9E55-7D7AB3854D66}">
      <dsp:nvSpPr>
        <dsp:cNvPr id="0" name=""/>
        <dsp:cNvSpPr/>
      </dsp:nvSpPr>
      <dsp:spPr>
        <a:xfrm>
          <a:off x="0" y="3444883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E5EAE-1818-4FAB-992E-7D461DC449C1}">
      <dsp:nvSpPr>
        <dsp:cNvPr id="0" name=""/>
        <dsp:cNvSpPr/>
      </dsp:nvSpPr>
      <dsp:spPr>
        <a:xfrm>
          <a:off x="416759" y="3754869"/>
          <a:ext cx="757744" cy="7577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8D17E9-087C-412E-B2F7-900ED14F192D}">
      <dsp:nvSpPr>
        <dsp:cNvPr id="0" name=""/>
        <dsp:cNvSpPr/>
      </dsp:nvSpPr>
      <dsp:spPr>
        <a:xfrm>
          <a:off x="1591264" y="3444883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HTML: Structure</a:t>
          </a:r>
        </a:p>
      </dsp:txBody>
      <dsp:txXfrm>
        <a:off x="1591264" y="3444883"/>
        <a:ext cx="3428345" cy="13777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667794-E963-4964-A3C4-B90A784E2A3D}">
      <dsp:nvSpPr>
        <dsp:cNvPr id="0" name=""/>
        <dsp:cNvSpPr/>
      </dsp:nvSpPr>
      <dsp:spPr>
        <a:xfrm>
          <a:off x="0" y="3630670"/>
          <a:ext cx="5019610" cy="119166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System</a:t>
          </a:r>
        </a:p>
      </dsp:txBody>
      <dsp:txXfrm>
        <a:off x="0" y="3630670"/>
        <a:ext cx="5019610" cy="643500"/>
      </dsp:txXfrm>
    </dsp:sp>
    <dsp:sp modelId="{85680F94-27EE-461F-B523-96C1F12E7BE9}">
      <dsp:nvSpPr>
        <dsp:cNvPr id="0" name=""/>
        <dsp:cNvSpPr/>
      </dsp:nvSpPr>
      <dsp:spPr>
        <a:xfrm>
          <a:off x="2450" y="4250337"/>
          <a:ext cx="1671569" cy="54816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Home Page</a:t>
          </a:r>
        </a:p>
      </dsp:txBody>
      <dsp:txXfrm>
        <a:off x="2450" y="4250337"/>
        <a:ext cx="1671569" cy="548166"/>
      </dsp:txXfrm>
    </dsp:sp>
    <dsp:sp modelId="{C3C2DC1B-0A68-4230-ADB2-4FC35E00245A}">
      <dsp:nvSpPr>
        <dsp:cNvPr id="0" name=""/>
        <dsp:cNvSpPr/>
      </dsp:nvSpPr>
      <dsp:spPr>
        <a:xfrm>
          <a:off x="1674020" y="4250337"/>
          <a:ext cx="1671569" cy="548166"/>
        </a:xfrm>
        <a:prstGeom prst="rect">
          <a:avLst/>
        </a:prstGeom>
        <a:solidFill>
          <a:schemeClr val="accent2">
            <a:tint val="40000"/>
            <a:alpha val="90000"/>
            <a:hueOff val="-5577636"/>
            <a:satOff val="24312"/>
            <a:lumOff val="1794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5577636"/>
              <a:satOff val="24312"/>
              <a:lumOff val="179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About Page</a:t>
          </a:r>
        </a:p>
      </dsp:txBody>
      <dsp:txXfrm>
        <a:off x="1674020" y="4250337"/>
        <a:ext cx="1671569" cy="548166"/>
      </dsp:txXfrm>
    </dsp:sp>
    <dsp:sp modelId="{B5ECA14A-85C3-4421-B2AB-34CEBFCDBAED}">
      <dsp:nvSpPr>
        <dsp:cNvPr id="0" name=""/>
        <dsp:cNvSpPr/>
      </dsp:nvSpPr>
      <dsp:spPr>
        <a:xfrm>
          <a:off x="3345589" y="4250337"/>
          <a:ext cx="1671569" cy="548166"/>
        </a:xfrm>
        <a:prstGeom prst="rect">
          <a:avLst/>
        </a:prstGeom>
        <a:solidFill>
          <a:schemeClr val="accent2">
            <a:tint val="40000"/>
            <a:alpha val="90000"/>
            <a:hueOff val="-11155272"/>
            <a:satOff val="48624"/>
            <a:lumOff val="3588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11155272"/>
              <a:satOff val="48624"/>
              <a:lumOff val="358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Topic Page</a:t>
          </a:r>
        </a:p>
      </dsp:txBody>
      <dsp:txXfrm>
        <a:off x="3345589" y="4250337"/>
        <a:ext cx="1671569" cy="548166"/>
      </dsp:txXfrm>
    </dsp:sp>
    <dsp:sp modelId="{62C760BB-67FE-45EC-A9D5-EFE818B65BFD}">
      <dsp:nvSpPr>
        <dsp:cNvPr id="0" name=""/>
        <dsp:cNvSpPr/>
      </dsp:nvSpPr>
      <dsp:spPr>
        <a:xfrm rot="10800000">
          <a:off x="0" y="1815761"/>
          <a:ext cx="5019610" cy="1832783"/>
        </a:xfrm>
        <a:prstGeom prst="upArrowCallout">
          <a:avLst/>
        </a:prstGeom>
        <a:gradFill rotWithShape="0">
          <a:gsLst>
            <a:gs pos="0">
              <a:schemeClr val="accent2">
                <a:hueOff val="-4948115"/>
                <a:satOff val="17972"/>
                <a:lumOff val="1667"/>
                <a:alphaOff val="0"/>
                <a:tint val="96000"/>
                <a:lumMod val="100000"/>
              </a:schemeClr>
            </a:gs>
            <a:gs pos="78000">
              <a:schemeClr val="accent2">
                <a:hueOff val="-4948115"/>
                <a:satOff val="17972"/>
                <a:lumOff val="166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Not Isolated.</a:t>
          </a:r>
        </a:p>
      </dsp:txBody>
      <dsp:txXfrm rot="10800000">
        <a:off x="0" y="1815761"/>
        <a:ext cx="5019610" cy="1190887"/>
      </dsp:txXfrm>
    </dsp:sp>
    <dsp:sp modelId="{E7151BD0-624A-4D44-B40A-6536F70466C9}">
      <dsp:nvSpPr>
        <dsp:cNvPr id="0" name=""/>
        <dsp:cNvSpPr/>
      </dsp:nvSpPr>
      <dsp:spPr>
        <a:xfrm rot="10800000">
          <a:off x="0" y="852"/>
          <a:ext cx="5019610" cy="1832783"/>
        </a:xfrm>
        <a:prstGeom prst="upArrowCallout">
          <a:avLst/>
        </a:prstGeom>
        <a:gradFill rotWithShape="0">
          <a:gsLst>
            <a:gs pos="0">
              <a:schemeClr val="accent2">
                <a:hueOff val="-9896230"/>
                <a:satOff val="35944"/>
                <a:lumOff val="3335"/>
                <a:alphaOff val="0"/>
                <a:tint val="96000"/>
                <a:lumMod val="100000"/>
              </a:schemeClr>
            </a:gs>
            <a:gs pos="78000">
              <a:schemeClr val="accent2">
                <a:hueOff val="-9896230"/>
                <a:satOff val="35944"/>
                <a:lumOff val="33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Pages are connected. </a:t>
          </a:r>
          <a:br>
            <a:rPr lang="en-US" sz="2200" kern="1200"/>
          </a:br>
          <a:r>
            <a:rPr lang="en-US" sz="2200" kern="1200"/>
            <a:t>(“Connection” and “flow” are systems thinking)</a:t>
          </a:r>
        </a:p>
      </dsp:txBody>
      <dsp:txXfrm rot="10800000">
        <a:off x="0" y="852"/>
        <a:ext cx="5019610" cy="1190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82475-516A-409A-944E-F435F3DFCCF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Good morning.</a:t>
            </a:r>
            <a:b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</a:br>
            <a:endParaRPr lang="en-US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For the next ten minutes, we’re going to talk about </a:t>
            </a:r>
            <a:r>
              <a:rPr lang="en-US" i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variable types</a:t>
            </a: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— not just what they are in Python, but </a:t>
            </a:r>
            <a:r>
              <a:rPr lang="en-US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why they exist at all</a:t>
            </a: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I’ll assume a mixed background in the room, so we’ll build this from the ground up and connect it to - how programming works across many languages.</a:t>
            </a:r>
          </a:p>
          <a:p>
            <a:endParaRPr lang="en-US" i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US" i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(Pause — make eye contact)</a:t>
            </a:r>
            <a:endParaRPr lang="en-US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“If you understand the </a:t>
            </a:r>
            <a:r>
              <a:rPr lang="en-US" i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idea</a:t>
            </a: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of variable types, learning new languages becomes much easier.”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80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79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ADAC7-2ED5-1B0C-FAE0-CC6BAFF1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2E2A8-6702-06E7-15E9-879EF52EF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5C6D1-6AE8-AC17-35E6-BFFC2D6D3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C90C8-3A83-43EB-A5A8-EDEFC15B0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07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68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91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207C0-FAA1-686F-32CA-7314BA11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87437-7D03-3821-0D40-5BE40A642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209AD-6796-D0FD-B638-A6159D1A5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8BF74-751E-0467-CDA9-2AA9AD877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7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E698-2383-3403-73DE-55ECC35FD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94E5B-A7FB-FBD8-AB5D-ECD0394EC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4D3E7-D7A1-ADAC-B4DC-2E95C4307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Mistakes / Watch-Fors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Trying to make it look good (premature CSS thinking)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Putting everything in one page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Broken links (file names don’t match)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Ignoring structure (just dumping content)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D7261-9909-B49C-38C8-45BBAA6A0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56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(We will start using “duplicated” information [Nav bar] on each page)</a:t>
            </a:r>
          </a:p>
          <a:p>
            <a:endParaRPr lang="en-US" dirty="0"/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“In lab, your goal is not design.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Your goal is to create a working multi-page structure.”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 on: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pages exist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navigation works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content is organized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16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13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9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9219" y="2404534"/>
            <a:ext cx="5826719" cy="1646302"/>
          </a:xfrm>
        </p:spPr>
        <p:txBody>
          <a:bodyPr/>
          <a:lstStyle/>
          <a:p>
            <a:r>
              <a:rPr lang="en-US" dirty="0"/>
              <a:t>HTML: </a:t>
            </a:r>
            <a:br>
              <a:rPr lang="en-US" dirty="0"/>
            </a:br>
            <a:r>
              <a:rPr lang="en-US" dirty="0"/>
              <a:t>“Something Exists”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823460"/>
            <a:ext cx="5826719" cy="3242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Week 1 - Lecture 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9E06-5109-1BBB-2374-C7A457D1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Something That Exists</a:t>
            </a:r>
            <a:br>
              <a:rPr lang="en-US" dirty="0"/>
            </a:br>
            <a:r>
              <a:rPr lang="en-US" dirty="0"/>
              <a:t>(Not something impressive)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C7EAD-EC6E-FF08-5486-7AD666BBE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Browser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0BA0B6-5E4D-DD81-D174-F4FBB33868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" y="2967828"/>
            <a:ext cx="3090863" cy="234859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EF7C19-A131-7185-C526-07D595C17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Simple HTML Page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278B822-D9B2-B88A-F569-3B99AD844E1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3898458" y="2967828"/>
            <a:ext cx="3090162" cy="234859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645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E3F78-683C-66AA-8E2E-D4FE37699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265050-FD84-47EF-A163-6A481836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1B064D-F4EB-4312-AEEA-6AFDB257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7041201-C3DD-4181-B0E0-5C960FFE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9A678F-8D0F-4F98-85A6-797199C55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82463FFC-4B08-4AF2-AC5A-F681CE977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7C110A9-8F54-42F4-9B19-8D33F94D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9F5AD5FC-19DB-4C66-BDDA-043A6AAC9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52A3EAD-426D-4399-B7E0-81D26F700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F842EF93-A507-4796-A726-0D0A9B751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24F1410B-DBCE-471A-97C3-B96C0A7BB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BBC8502-8D68-4CE4-B690-2EBB6BCC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D83DE9-2060-E12B-E34A-41ECF39B7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 dirty="0"/>
              <a:t>We </a:t>
            </a:r>
            <a:br>
              <a:rPr lang="en-US" sz="3800" dirty="0"/>
            </a:br>
            <a:r>
              <a:rPr lang="en-US" sz="3800" dirty="0"/>
              <a:t>Build</a:t>
            </a:r>
            <a:br>
              <a:rPr lang="en-US" sz="3800" dirty="0"/>
            </a:br>
            <a:r>
              <a:rPr lang="en-US" sz="3800" dirty="0"/>
              <a:t>In </a:t>
            </a:r>
            <a:br>
              <a:rPr lang="en-US" sz="3800" dirty="0"/>
            </a:br>
            <a:r>
              <a:rPr lang="en-US" sz="3800" dirty="0"/>
              <a:t>Layers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77CD7A-FE9E-475D-BF9C-78183B0B1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B92B2-CC89-5699-4A47-BECC2920B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21" y="387488"/>
            <a:ext cx="917237" cy="403584"/>
          </a:xfrm>
          <a:prstGeom prst="rect">
            <a:avLst/>
          </a:prstGeom>
        </p:spPr>
      </p:pic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A69CD032-A1EF-1ACA-5C53-305B67719B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9175373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4736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1430C1-0114-8408-0505-54919246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576262"/>
          </a:xfrm>
        </p:spPr>
        <p:txBody>
          <a:bodyPr>
            <a:normAutofit fontScale="90000"/>
          </a:bodyPr>
          <a:lstStyle/>
          <a:p>
            <a:r>
              <a:rPr lang="en-US" dirty="0"/>
              <a:t>Web Page - Core Concept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74E75-4F31-C647-C1E2-AD8377D68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8514888-657D-A05A-65C7-2511A1E8F4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408" y="3359150"/>
            <a:ext cx="3090863" cy="206057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F7C45-0B49-4262-570E-E02FC99E2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Complex App UI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3EE4F3E-2FDD-B3CD-4131-4F8031DA502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3867150" y="3359150"/>
            <a:ext cx="3090863" cy="206057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C3BB6B-D123-DA4E-F0D2-44127B250B59}"/>
              </a:ext>
            </a:extLst>
          </p:cNvPr>
          <p:cNvSpPr txBox="1"/>
          <p:nvPr/>
        </p:nvSpPr>
        <p:spPr>
          <a:xfrm>
            <a:off x="609599" y="1407886"/>
            <a:ext cx="6347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Note: a web page can </a:t>
            </a:r>
            <a:r>
              <a:rPr lang="en-US" sz="1400" b="1" i="1" dirty="0"/>
              <a:t>become</a:t>
            </a:r>
            <a:r>
              <a:rPr lang="en-US" sz="1400" i="1" dirty="0"/>
              <a:t> part of an app, but it doesn’t start that way!</a:t>
            </a:r>
          </a:p>
        </p:txBody>
      </p:sp>
    </p:spTree>
    <p:extLst>
      <p:ext uri="{BB962C8B-B14F-4D97-AF65-F5344CB8AC3E}">
        <p14:creationId xmlns:p14="http://schemas.microsoft.com/office/powerpoint/2010/main" val="1054203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04F4-16AB-FAFF-410B-898F894A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5BD6-CF44-22EB-1F98-5D77CA1F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defines meaning</a:t>
            </a:r>
            <a:br>
              <a:rPr lang="en-US" dirty="0"/>
            </a:br>
            <a:r>
              <a:rPr lang="en-US" dirty="0"/>
              <a:t>Not appearance!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ECE09-53CB-44D5-910B-205A1253F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HTML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4BE4C-89DF-3AA3-E8A5-257C6F2A1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>
              <a:lumMod val="1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200" dirty="0">
                <a:solidFill>
                  <a:schemeClr val="bg2"/>
                </a:solidFill>
              </a:rPr>
            </a:br>
            <a:r>
              <a:rPr lang="en-US" sz="1200" dirty="0">
                <a:solidFill>
                  <a:schemeClr val="bg2"/>
                </a:solidFill>
              </a:rPr>
              <a:t>&lt;!DOCTYPE html&gt;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&lt;head&gt;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  &lt;title&gt;HTML "Hello World"&lt;/title&gt;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&lt;/head&gt;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  &lt;h1&gt;Hello World Example&lt;/h1&gt;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  &lt;p&gt;This is a very basic "Hello World" example made up in HTML&lt;/p&gt;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&lt;/body&gt;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&lt;/html&gt;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E3AC5-1A55-C667-7167-93DA5727D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Styled View</a:t>
            </a:r>
          </a:p>
        </p:txBody>
      </p:sp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FB86C6A7-2D22-0280-1B15-8B87D999876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3898299" y="2760147"/>
            <a:ext cx="3090863" cy="2721217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386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0265050-FD84-47EF-A163-6A481836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11B064D-F4EB-4312-AEEA-6AFDB257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7041201-C3DD-4181-B0E0-5C960FFE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29A678F-8D0F-4F98-85A6-797199C55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82463FFC-4B08-4AF2-AC5A-F681CE977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87C110A9-8F54-42F4-9B19-8D33F94D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9F5AD5FC-19DB-4C66-BDDA-043A6AAC9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352A3EAD-426D-4399-B7E0-81D26F700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F842EF93-A507-4796-A726-0D0A9B751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24F1410B-DBCE-471A-97C3-B96C0A7BB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0BBC8502-8D68-4CE4-B690-2EBB6BCC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A0BE86-5009-D8B4-0A8D-D9BC30BE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System Thinking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77CD7A-FE9E-475D-BF9C-78183B0B1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8711AED-AE3A-A69A-6BB6-C5BABE43B1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407037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6400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83AE-4639-38D3-D1CD-BD3F0BF3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B71B-CDD4-2B07-7025-F72D70A2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28675"/>
          </a:xfrm>
        </p:spPr>
        <p:txBody>
          <a:bodyPr/>
          <a:lstStyle/>
          <a:p>
            <a:r>
              <a:rPr lang="en-US" dirty="0"/>
              <a:t>Contrast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81B05-E089-A3F9-B3BE-09FAD9DE0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Ugly but working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B12B2-9482-1617-8F90-7884D23BE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Styled but broken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977BFDC-90EB-DEF2-1DA6-1D813AA113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555" y="3090468"/>
            <a:ext cx="3090863" cy="206057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57C08C4-D23B-7ED7-2E49-DB4DF1ED723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3867150" y="3090468"/>
            <a:ext cx="3090863" cy="206057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9B5621-3D4B-1D1E-A216-3A1A3822D83E}"/>
              </a:ext>
            </a:extLst>
          </p:cNvPr>
          <p:cNvSpPr txBox="1"/>
          <p:nvPr/>
        </p:nvSpPr>
        <p:spPr>
          <a:xfrm>
            <a:off x="609598" y="1539078"/>
            <a:ext cx="634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“Same project. Opposite priorities.”</a:t>
            </a:r>
          </a:p>
        </p:txBody>
      </p:sp>
    </p:spTree>
    <p:extLst>
      <p:ext uri="{BB962C8B-B14F-4D97-AF65-F5344CB8AC3E}">
        <p14:creationId xmlns:p14="http://schemas.microsoft.com/office/powerpoint/2010/main" val="386095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E8398-A448-7735-EFB6-A16EC0081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BD85-9610-C1BB-2511-579618A7E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28675"/>
          </a:xfrm>
        </p:spPr>
        <p:txBody>
          <a:bodyPr/>
          <a:lstStyle/>
          <a:p>
            <a:r>
              <a:rPr lang="en-US" dirty="0"/>
              <a:t>Common Failure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103CA-A95A-0AF4-2667-D664389A4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2296417"/>
            <a:ext cx="3090672" cy="576262"/>
          </a:xfrm>
        </p:spPr>
        <p:txBody>
          <a:bodyPr/>
          <a:lstStyle/>
          <a:p>
            <a:r>
              <a:rPr lang="en-US" sz="1800" dirty="0"/>
              <a:t>Competing Styled Elements &amp; Visual noise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17D3-0030-EAE3-5C31-00FB2355F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800" dirty="0"/>
              <a:t>Plain, readable structure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E2CD9F1-458A-88E3-559F-4884613644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609408" y="3260687"/>
            <a:ext cx="3090863" cy="206057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658FDC8-A60F-A4B2-4BAA-4EBD68DF930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/>
          <a:stretch/>
        </p:blipFill>
        <p:spPr>
          <a:xfrm>
            <a:off x="3898299" y="3258347"/>
            <a:ext cx="3090863" cy="206057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F78C28-F6AC-93CF-5EB9-769C3A1865EC}"/>
              </a:ext>
            </a:extLst>
          </p:cNvPr>
          <p:cNvSpPr txBox="1"/>
          <p:nvPr/>
        </p:nvSpPr>
        <p:spPr>
          <a:xfrm>
            <a:off x="609598" y="1539078"/>
            <a:ext cx="634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“Trying to make it look good too early.”</a:t>
            </a:r>
          </a:p>
        </p:txBody>
      </p:sp>
    </p:spTree>
    <p:extLst>
      <p:ext uri="{BB962C8B-B14F-4D97-AF65-F5344CB8AC3E}">
        <p14:creationId xmlns:p14="http://schemas.microsoft.com/office/powerpoint/2010/main" val="1589692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erson writing on a notepad">
            <a:extLst>
              <a:ext uri="{FF2B5EF4-FFF2-40B4-BE49-F238E27FC236}">
                <a16:creationId xmlns:a16="http://schemas.microsoft.com/office/drawing/2014/main" id="{405B6258-5196-C800-2416-A5722B88CD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62" r="11977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8522E8D-0919-8790-9D17-DBE3B850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734351"/>
          </a:xfrm>
        </p:spPr>
        <p:txBody>
          <a:bodyPr>
            <a:normAutofit/>
          </a:bodyPr>
          <a:lstStyle/>
          <a:p>
            <a:r>
              <a:rPr lang="en-US" dirty="0"/>
              <a:t>Structure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31ED48-CE45-78A7-C28B-1C9CF3778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r>
              <a:rPr lang="en-US" dirty="0"/>
              <a:t>System Layout</a:t>
            </a:r>
          </a:p>
          <a:p>
            <a:pPr lvl="1"/>
            <a:r>
              <a:rPr lang="en-US" dirty="0"/>
              <a:t>Index</a:t>
            </a:r>
          </a:p>
          <a:p>
            <a:pPr lvl="1"/>
            <a:r>
              <a:rPr lang="en-US" dirty="0"/>
              <a:t>About</a:t>
            </a:r>
          </a:p>
          <a:p>
            <a:pPr lvl="1"/>
            <a:r>
              <a:rPr lang="en-US" dirty="0"/>
              <a:t>Topic</a:t>
            </a:r>
          </a:p>
          <a:p>
            <a:pPr lvl="1"/>
            <a:r>
              <a:rPr lang="en-US" dirty="0"/>
              <a:t>links between them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CEC7DA-9EC4-4219-9EF1-717E2DE6EAA9}"/>
              </a:ext>
            </a:extLst>
          </p:cNvPr>
          <p:cNvSpPr txBox="1"/>
          <p:nvPr/>
        </p:nvSpPr>
        <p:spPr>
          <a:xfrm>
            <a:off x="508001" y="1469963"/>
            <a:ext cx="3062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172092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91C98B-37FE-1FA5-F111-B984D1F15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105" y="783268"/>
            <a:ext cx="3572669" cy="161039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Working =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2D6BE-C02A-AD50-A6E2-BD5F544A8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428" y="2554066"/>
            <a:ext cx="2827143" cy="37686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If it works, you succeeded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9271C248-11CE-5C1A-22B5-441A79A34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989" y="706185"/>
            <a:ext cx="1996782" cy="199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290274-D7DF-90E4-4D2B-B23AB4D736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2101" y="3275012"/>
            <a:ext cx="4572000" cy="270163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834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3AC9EE-E4D6-B3BA-4E87-A04D90F1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224750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Thank you!</a:t>
            </a: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2" name="Graphic 41" descr="Handshake">
            <a:extLst>
              <a:ext uri="{FF2B5EF4-FFF2-40B4-BE49-F238E27FC236}">
                <a16:creationId xmlns:a16="http://schemas.microsoft.com/office/drawing/2014/main" id="{95BD2492-CE9F-776C-ED74-975A96BD0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0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5902</TotalTime>
  <Words>420</Words>
  <Application>Microsoft Office PowerPoint</Application>
  <PresentationFormat>On-screen Show (4:3)</PresentationFormat>
  <Paragraphs>82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</vt:lpstr>
      <vt:lpstr>HTML:  “Something Exists”</vt:lpstr>
      <vt:lpstr>Build Something That Exists (Not something impressive)</vt:lpstr>
      <vt:lpstr>We  Build In  Layers</vt:lpstr>
      <vt:lpstr>Web Page - Core Concept</vt:lpstr>
      <vt:lpstr>HTML defines meaning Not appearance!</vt:lpstr>
      <vt:lpstr>System Thinking</vt:lpstr>
      <vt:lpstr>Contrast</vt:lpstr>
      <vt:lpstr>Common Failure</vt:lpstr>
      <vt:lpstr>Structure</vt:lpstr>
      <vt:lpstr>Working = Success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17</cp:revision>
  <dcterms:created xsi:type="dcterms:W3CDTF">2013-01-27T09:14:16Z</dcterms:created>
  <dcterms:modified xsi:type="dcterms:W3CDTF">2026-04-13T14:12:11Z</dcterms:modified>
  <cp:category/>
</cp:coreProperties>
</file>