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30"/>
  </p:notesMasterIdLst>
  <p:handoutMasterIdLst>
    <p:handoutMasterId r:id="rId31"/>
  </p:handoutMasterIdLst>
  <p:sldIdLst>
    <p:sldId id="256" r:id="rId2"/>
    <p:sldId id="493" r:id="rId3"/>
    <p:sldId id="417" r:id="rId4"/>
    <p:sldId id="505" r:id="rId5"/>
    <p:sldId id="467" r:id="rId6"/>
    <p:sldId id="495" r:id="rId7"/>
    <p:sldId id="492" r:id="rId8"/>
    <p:sldId id="496" r:id="rId9"/>
    <p:sldId id="494" r:id="rId10"/>
    <p:sldId id="260" r:id="rId11"/>
    <p:sldId id="497" r:id="rId12"/>
    <p:sldId id="364" r:id="rId13"/>
    <p:sldId id="498" r:id="rId14"/>
    <p:sldId id="377" r:id="rId15"/>
    <p:sldId id="499" r:id="rId16"/>
    <p:sldId id="487" r:id="rId17"/>
    <p:sldId id="418" r:id="rId18"/>
    <p:sldId id="500" r:id="rId19"/>
    <p:sldId id="378" r:id="rId20"/>
    <p:sldId id="504" r:id="rId21"/>
    <p:sldId id="501" r:id="rId22"/>
    <p:sldId id="503" r:id="rId23"/>
    <p:sldId id="502" r:id="rId24"/>
    <p:sldId id="490" r:id="rId25"/>
    <p:sldId id="307" r:id="rId26"/>
    <p:sldId id="491" r:id="rId27"/>
    <p:sldId id="375" r:id="rId28"/>
    <p:sldId id="320" r:id="rId29"/>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8900" autoAdjust="0"/>
  </p:normalViewPr>
  <p:slideViewPr>
    <p:cSldViewPr snapToGrid="0" snapToObjects="1">
      <p:cViewPr varScale="1">
        <p:scale>
          <a:sx n="73" d="100"/>
          <a:sy n="73" d="100"/>
        </p:scale>
        <p:origin x="1710"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_rels/data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F17830-2321-4625-B6AF-738B334BE2CD}"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F7CC8C41-94ED-4F47-8C3B-5DCEBD91E1E4}">
      <dgm:prSet/>
      <dgm:spPr/>
      <dgm:t>
        <a:bodyPr/>
        <a:lstStyle/>
        <a:p>
          <a:r>
            <a:rPr lang="en-US"/>
            <a:t>Build something that exists.</a:t>
          </a:r>
        </a:p>
      </dgm:t>
    </dgm:pt>
    <dgm:pt modelId="{66D0B976-D01A-462D-9F2C-DED65B5BB0CC}" type="parTrans" cxnId="{290CCDD3-E229-48AC-957A-7E97C467A1D7}">
      <dgm:prSet/>
      <dgm:spPr/>
      <dgm:t>
        <a:bodyPr/>
        <a:lstStyle/>
        <a:p>
          <a:endParaRPr lang="en-US"/>
        </a:p>
      </dgm:t>
    </dgm:pt>
    <dgm:pt modelId="{4C28E818-DD67-43EB-AA9F-7A53AFA49888}" type="sibTrans" cxnId="{290CCDD3-E229-48AC-957A-7E97C467A1D7}">
      <dgm:prSet/>
      <dgm:spPr/>
      <dgm:t>
        <a:bodyPr/>
        <a:lstStyle/>
        <a:p>
          <a:endParaRPr lang="en-US"/>
        </a:p>
      </dgm:t>
    </dgm:pt>
    <dgm:pt modelId="{DDE40F2F-8FF6-4757-B62E-46FFE5F7374A}">
      <dgm:prSet/>
      <dgm:spPr/>
      <dgm:t>
        <a:bodyPr/>
        <a:lstStyle/>
        <a:p>
          <a:r>
            <a:rPr lang="en-US"/>
            <a:t>A web page starts as a file.</a:t>
          </a:r>
        </a:p>
      </dgm:t>
    </dgm:pt>
    <dgm:pt modelId="{8AC656F2-9158-4E2A-B0B3-E6520123B1E1}" type="parTrans" cxnId="{C1C721E9-DEBD-4C2B-928C-D8941C818406}">
      <dgm:prSet/>
      <dgm:spPr/>
      <dgm:t>
        <a:bodyPr/>
        <a:lstStyle/>
        <a:p>
          <a:endParaRPr lang="en-US"/>
        </a:p>
      </dgm:t>
    </dgm:pt>
    <dgm:pt modelId="{5938C05A-F72B-4908-AE81-E59E5810A403}" type="sibTrans" cxnId="{C1C721E9-DEBD-4C2B-928C-D8941C818406}">
      <dgm:prSet/>
      <dgm:spPr/>
      <dgm:t>
        <a:bodyPr/>
        <a:lstStyle/>
        <a:p>
          <a:endParaRPr lang="en-US"/>
        </a:p>
      </dgm:t>
    </dgm:pt>
    <dgm:pt modelId="{50002A36-E69E-4444-878D-4C58945759D6}">
      <dgm:prSet/>
      <dgm:spPr/>
      <dgm:t>
        <a:bodyPr/>
        <a:lstStyle/>
        <a:p>
          <a:r>
            <a:rPr lang="en-US"/>
            <a:t>The browser reads that file.</a:t>
          </a:r>
        </a:p>
      </dgm:t>
    </dgm:pt>
    <dgm:pt modelId="{95F4E6AB-D532-4C67-A77B-3FC1C9357EF0}" type="parTrans" cxnId="{C429C240-97B9-49BF-949C-B3D007EAB88A}">
      <dgm:prSet/>
      <dgm:spPr/>
      <dgm:t>
        <a:bodyPr/>
        <a:lstStyle/>
        <a:p>
          <a:endParaRPr lang="en-US"/>
        </a:p>
      </dgm:t>
    </dgm:pt>
    <dgm:pt modelId="{2A532E14-998A-4F8D-9B27-03DB7EE87C18}" type="sibTrans" cxnId="{C429C240-97B9-49BF-949C-B3D007EAB88A}">
      <dgm:prSet/>
      <dgm:spPr/>
      <dgm:t>
        <a:bodyPr/>
        <a:lstStyle/>
        <a:p>
          <a:endParaRPr lang="en-US"/>
        </a:p>
      </dgm:t>
    </dgm:pt>
    <dgm:pt modelId="{E6A1FD54-0B9B-43A4-B229-EE2BD79FD9E5}">
      <dgm:prSet/>
      <dgm:spPr/>
      <dgm:t>
        <a:bodyPr/>
        <a:lstStyle/>
        <a:p>
          <a:r>
            <a:rPr lang="en-US"/>
            <a:t>If the page opens, the first goal is met.</a:t>
          </a:r>
        </a:p>
      </dgm:t>
    </dgm:pt>
    <dgm:pt modelId="{43A5F21F-D845-44FE-86F9-E28083CA5D2A}" type="parTrans" cxnId="{81453B43-EF7C-4E30-A4FA-F1A3731FB37F}">
      <dgm:prSet/>
      <dgm:spPr/>
      <dgm:t>
        <a:bodyPr/>
        <a:lstStyle/>
        <a:p>
          <a:endParaRPr lang="en-US"/>
        </a:p>
      </dgm:t>
    </dgm:pt>
    <dgm:pt modelId="{7D82E0D4-4359-47B1-838F-5A35B92DB2CA}" type="sibTrans" cxnId="{81453B43-EF7C-4E30-A4FA-F1A3731FB37F}">
      <dgm:prSet/>
      <dgm:spPr/>
      <dgm:t>
        <a:bodyPr/>
        <a:lstStyle/>
        <a:p>
          <a:endParaRPr lang="en-US"/>
        </a:p>
      </dgm:t>
    </dgm:pt>
    <dgm:pt modelId="{BD558A3A-3D57-4FA4-A326-9D7F5628B963}">
      <dgm:prSet/>
      <dgm:spPr/>
      <dgm:t>
        <a:bodyPr/>
        <a:lstStyle/>
        <a:p>
          <a:r>
            <a:rPr lang="en-US"/>
            <a:t>Visual polish comes later.</a:t>
          </a:r>
        </a:p>
      </dgm:t>
    </dgm:pt>
    <dgm:pt modelId="{1FD5D300-80F5-4D9F-BAB5-D8FBE3BB3D80}" type="parTrans" cxnId="{0485022A-DE3B-49CC-909A-04E074589E66}">
      <dgm:prSet/>
      <dgm:spPr/>
      <dgm:t>
        <a:bodyPr/>
        <a:lstStyle/>
        <a:p>
          <a:endParaRPr lang="en-US"/>
        </a:p>
      </dgm:t>
    </dgm:pt>
    <dgm:pt modelId="{57BD47D0-66D2-42A1-8079-9103595A8100}" type="sibTrans" cxnId="{0485022A-DE3B-49CC-909A-04E074589E66}">
      <dgm:prSet/>
      <dgm:spPr/>
      <dgm:t>
        <a:bodyPr/>
        <a:lstStyle/>
        <a:p>
          <a:endParaRPr lang="en-US"/>
        </a:p>
      </dgm:t>
    </dgm:pt>
    <dgm:pt modelId="{B9249A31-BBFB-4195-94F8-D2C1A7988016}" type="pres">
      <dgm:prSet presAssocID="{EEF17830-2321-4625-B6AF-738B334BE2CD}" presName="outerComposite" presStyleCnt="0">
        <dgm:presLayoutVars>
          <dgm:chMax val="5"/>
          <dgm:dir/>
          <dgm:resizeHandles val="exact"/>
        </dgm:presLayoutVars>
      </dgm:prSet>
      <dgm:spPr/>
    </dgm:pt>
    <dgm:pt modelId="{D74CC780-84C6-4BE1-8CD3-C219663C73CC}" type="pres">
      <dgm:prSet presAssocID="{EEF17830-2321-4625-B6AF-738B334BE2CD}" presName="dummyMaxCanvas" presStyleCnt="0">
        <dgm:presLayoutVars/>
      </dgm:prSet>
      <dgm:spPr/>
    </dgm:pt>
    <dgm:pt modelId="{50409F70-84F2-4F0F-A468-526133A15240}" type="pres">
      <dgm:prSet presAssocID="{EEF17830-2321-4625-B6AF-738B334BE2CD}" presName="FiveNodes_1" presStyleLbl="node1" presStyleIdx="0" presStyleCnt="5">
        <dgm:presLayoutVars>
          <dgm:bulletEnabled val="1"/>
        </dgm:presLayoutVars>
      </dgm:prSet>
      <dgm:spPr/>
    </dgm:pt>
    <dgm:pt modelId="{EEF0E8EE-A97D-47C1-943B-981363F83374}" type="pres">
      <dgm:prSet presAssocID="{EEF17830-2321-4625-B6AF-738B334BE2CD}" presName="FiveNodes_2" presStyleLbl="node1" presStyleIdx="1" presStyleCnt="5">
        <dgm:presLayoutVars>
          <dgm:bulletEnabled val="1"/>
        </dgm:presLayoutVars>
      </dgm:prSet>
      <dgm:spPr/>
    </dgm:pt>
    <dgm:pt modelId="{F77A15C8-A124-465D-8307-20950E8B3B58}" type="pres">
      <dgm:prSet presAssocID="{EEF17830-2321-4625-B6AF-738B334BE2CD}" presName="FiveNodes_3" presStyleLbl="node1" presStyleIdx="2" presStyleCnt="5">
        <dgm:presLayoutVars>
          <dgm:bulletEnabled val="1"/>
        </dgm:presLayoutVars>
      </dgm:prSet>
      <dgm:spPr/>
    </dgm:pt>
    <dgm:pt modelId="{8CCF4D29-4700-4D8F-8AD4-AF6E89114113}" type="pres">
      <dgm:prSet presAssocID="{EEF17830-2321-4625-B6AF-738B334BE2CD}" presName="FiveNodes_4" presStyleLbl="node1" presStyleIdx="3" presStyleCnt="5">
        <dgm:presLayoutVars>
          <dgm:bulletEnabled val="1"/>
        </dgm:presLayoutVars>
      </dgm:prSet>
      <dgm:spPr/>
    </dgm:pt>
    <dgm:pt modelId="{921ADB9B-CE4D-407F-A019-7431404FD646}" type="pres">
      <dgm:prSet presAssocID="{EEF17830-2321-4625-B6AF-738B334BE2CD}" presName="FiveNodes_5" presStyleLbl="node1" presStyleIdx="4" presStyleCnt="5">
        <dgm:presLayoutVars>
          <dgm:bulletEnabled val="1"/>
        </dgm:presLayoutVars>
      </dgm:prSet>
      <dgm:spPr/>
    </dgm:pt>
    <dgm:pt modelId="{DDEDE5C3-B8E2-49FB-8CC8-AA211975C86A}" type="pres">
      <dgm:prSet presAssocID="{EEF17830-2321-4625-B6AF-738B334BE2CD}" presName="FiveConn_1-2" presStyleLbl="fgAccFollowNode1" presStyleIdx="0" presStyleCnt="4">
        <dgm:presLayoutVars>
          <dgm:bulletEnabled val="1"/>
        </dgm:presLayoutVars>
      </dgm:prSet>
      <dgm:spPr/>
    </dgm:pt>
    <dgm:pt modelId="{76F769EA-C06B-4DA2-BBEE-A97B7F157945}" type="pres">
      <dgm:prSet presAssocID="{EEF17830-2321-4625-B6AF-738B334BE2CD}" presName="FiveConn_2-3" presStyleLbl="fgAccFollowNode1" presStyleIdx="1" presStyleCnt="4">
        <dgm:presLayoutVars>
          <dgm:bulletEnabled val="1"/>
        </dgm:presLayoutVars>
      </dgm:prSet>
      <dgm:spPr/>
    </dgm:pt>
    <dgm:pt modelId="{48F5C2B1-6DEB-4046-B398-77D94C34A778}" type="pres">
      <dgm:prSet presAssocID="{EEF17830-2321-4625-B6AF-738B334BE2CD}" presName="FiveConn_3-4" presStyleLbl="fgAccFollowNode1" presStyleIdx="2" presStyleCnt="4">
        <dgm:presLayoutVars>
          <dgm:bulletEnabled val="1"/>
        </dgm:presLayoutVars>
      </dgm:prSet>
      <dgm:spPr/>
    </dgm:pt>
    <dgm:pt modelId="{D8BE0979-4C5F-440D-A613-C6DA13A9716C}" type="pres">
      <dgm:prSet presAssocID="{EEF17830-2321-4625-B6AF-738B334BE2CD}" presName="FiveConn_4-5" presStyleLbl="fgAccFollowNode1" presStyleIdx="3" presStyleCnt="4">
        <dgm:presLayoutVars>
          <dgm:bulletEnabled val="1"/>
        </dgm:presLayoutVars>
      </dgm:prSet>
      <dgm:spPr/>
    </dgm:pt>
    <dgm:pt modelId="{B8518947-9054-4261-AC80-DB0A34098014}" type="pres">
      <dgm:prSet presAssocID="{EEF17830-2321-4625-B6AF-738B334BE2CD}" presName="FiveNodes_1_text" presStyleLbl="node1" presStyleIdx="4" presStyleCnt="5">
        <dgm:presLayoutVars>
          <dgm:bulletEnabled val="1"/>
        </dgm:presLayoutVars>
      </dgm:prSet>
      <dgm:spPr/>
    </dgm:pt>
    <dgm:pt modelId="{67688E16-0A4A-431D-8B47-43FF74734E8B}" type="pres">
      <dgm:prSet presAssocID="{EEF17830-2321-4625-B6AF-738B334BE2CD}" presName="FiveNodes_2_text" presStyleLbl="node1" presStyleIdx="4" presStyleCnt="5">
        <dgm:presLayoutVars>
          <dgm:bulletEnabled val="1"/>
        </dgm:presLayoutVars>
      </dgm:prSet>
      <dgm:spPr/>
    </dgm:pt>
    <dgm:pt modelId="{EA9923BF-5628-4E99-B2A3-ED4EA50F180F}" type="pres">
      <dgm:prSet presAssocID="{EEF17830-2321-4625-B6AF-738B334BE2CD}" presName="FiveNodes_3_text" presStyleLbl="node1" presStyleIdx="4" presStyleCnt="5">
        <dgm:presLayoutVars>
          <dgm:bulletEnabled val="1"/>
        </dgm:presLayoutVars>
      </dgm:prSet>
      <dgm:spPr/>
    </dgm:pt>
    <dgm:pt modelId="{060EB091-7272-45C3-AAFE-83680B94C040}" type="pres">
      <dgm:prSet presAssocID="{EEF17830-2321-4625-B6AF-738B334BE2CD}" presName="FiveNodes_4_text" presStyleLbl="node1" presStyleIdx="4" presStyleCnt="5">
        <dgm:presLayoutVars>
          <dgm:bulletEnabled val="1"/>
        </dgm:presLayoutVars>
      </dgm:prSet>
      <dgm:spPr/>
    </dgm:pt>
    <dgm:pt modelId="{41F60413-81F8-4E10-B766-79EC45F0B9C3}" type="pres">
      <dgm:prSet presAssocID="{EEF17830-2321-4625-B6AF-738B334BE2CD}" presName="FiveNodes_5_text" presStyleLbl="node1" presStyleIdx="4" presStyleCnt="5">
        <dgm:presLayoutVars>
          <dgm:bulletEnabled val="1"/>
        </dgm:presLayoutVars>
      </dgm:prSet>
      <dgm:spPr/>
    </dgm:pt>
  </dgm:ptLst>
  <dgm:cxnLst>
    <dgm:cxn modelId="{0485022A-DE3B-49CC-909A-04E074589E66}" srcId="{EEF17830-2321-4625-B6AF-738B334BE2CD}" destId="{BD558A3A-3D57-4FA4-A326-9D7F5628B963}" srcOrd="4" destOrd="0" parTransId="{1FD5D300-80F5-4D9F-BAB5-D8FBE3BB3D80}" sibTransId="{57BD47D0-66D2-42A1-8079-9103595A8100}"/>
    <dgm:cxn modelId="{3456382A-DC3E-4C7C-B894-8DB451D02293}" type="presOf" srcId="{E6A1FD54-0B9B-43A4-B229-EE2BD79FD9E5}" destId="{060EB091-7272-45C3-AAFE-83680B94C040}" srcOrd="1" destOrd="0" presId="urn:microsoft.com/office/officeart/2005/8/layout/vProcess5"/>
    <dgm:cxn modelId="{02AF9035-69CB-45C7-918D-7F0F72AE1E03}" type="presOf" srcId="{BD558A3A-3D57-4FA4-A326-9D7F5628B963}" destId="{41F60413-81F8-4E10-B766-79EC45F0B9C3}" srcOrd="1" destOrd="0" presId="urn:microsoft.com/office/officeart/2005/8/layout/vProcess5"/>
    <dgm:cxn modelId="{27DF2537-578E-41C2-B6F5-9BDD75EFCCD4}" type="presOf" srcId="{F7CC8C41-94ED-4F47-8C3B-5DCEBD91E1E4}" destId="{B8518947-9054-4261-AC80-DB0A34098014}" srcOrd="1" destOrd="0" presId="urn:microsoft.com/office/officeart/2005/8/layout/vProcess5"/>
    <dgm:cxn modelId="{23FFC537-A05D-441F-A045-D79B16C6D90E}" type="presOf" srcId="{2A532E14-998A-4F8D-9B27-03DB7EE87C18}" destId="{48F5C2B1-6DEB-4046-B398-77D94C34A778}" srcOrd="0" destOrd="0" presId="urn:microsoft.com/office/officeart/2005/8/layout/vProcess5"/>
    <dgm:cxn modelId="{C429C240-97B9-49BF-949C-B3D007EAB88A}" srcId="{EEF17830-2321-4625-B6AF-738B334BE2CD}" destId="{50002A36-E69E-4444-878D-4C58945759D6}" srcOrd="2" destOrd="0" parTransId="{95F4E6AB-D532-4C67-A77B-3FC1C9357EF0}" sibTransId="{2A532E14-998A-4F8D-9B27-03DB7EE87C18}"/>
    <dgm:cxn modelId="{81453B43-EF7C-4E30-A4FA-F1A3731FB37F}" srcId="{EEF17830-2321-4625-B6AF-738B334BE2CD}" destId="{E6A1FD54-0B9B-43A4-B229-EE2BD79FD9E5}" srcOrd="3" destOrd="0" parTransId="{43A5F21F-D845-44FE-86F9-E28083CA5D2A}" sibTransId="{7D82E0D4-4359-47B1-838F-5A35B92DB2CA}"/>
    <dgm:cxn modelId="{DBBCFD4C-3FB4-46EE-831E-7B9D1F97B02C}" type="presOf" srcId="{BD558A3A-3D57-4FA4-A326-9D7F5628B963}" destId="{921ADB9B-CE4D-407F-A019-7431404FD646}" srcOrd="0" destOrd="0" presId="urn:microsoft.com/office/officeart/2005/8/layout/vProcess5"/>
    <dgm:cxn modelId="{BB60917D-5458-474D-A54A-5F2294834F3C}" type="presOf" srcId="{EEF17830-2321-4625-B6AF-738B334BE2CD}" destId="{B9249A31-BBFB-4195-94F8-D2C1A7988016}" srcOrd="0" destOrd="0" presId="urn:microsoft.com/office/officeart/2005/8/layout/vProcess5"/>
    <dgm:cxn modelId="{6BE4FE7E-1418-435B-9B92-7F1A8D10C34F}" type="presOf" srcId="{F7CC8C41-94ED-4F47-8C3B-5DCEBD91E1E4}" destId="{50409F70-84F2-4F0F-A468-526133A15240}" srcOrd="0" destOrd="0" presId="urn:microsoft.com/office/officeart/2005/8/layout/vProcess5"/>
    <dgm:cxn modelId="{E679E99C-CA0F-4367-B637-22A5891968E0}" type="presOf" srcId="{50002A36-E69E-4444-878D-4C58945759D6}" destId="{EA9923BF-5628-4E99-B2A3-ED4EA50F180F}" srcOrd="1" destOrd="0" presId="urn:microsoft.com/office/officeart/2005/8/layout/vProcess5"/>
    <dgm:cxn modelId="{356747A2-5954-4645-A766-4877029E1087}" type="presOf" srcId="{4C28E818-DD67-43EB-AA9F-7A53AFA49888}" destId="{DDEDE5C3-B8E2-49FB-8CC8-AA211975C86A}" srcOrd="0" destOrd="0" presId="urn:microsoft.com/office/officeart/2005/8/layout/vProcess5"/>
    <dgm:cxn modelId="{36A075A3-3522-4D88-9230-B34355E18062}" type="presOf" srcId="{5938C05A-F72B-4908-AE81-E59E5810A403}" destId="{76F769EA-C06B-4DA2-BBEE-A97B7F157945}" srcOrd="0" destOrd="0" presId="urn:microsoft.com/office/officeart/2005/8/layout/vProcess5"/>
    <dgm:cxn modelId="{AA425EB3-CC57-420C-944A-EA95AA997F5C}" type="presOf" srcId="{7D82E0D4-4359-47B1-838F-5A35B92DB2CA}" destId="{D8BE0979-4C5F-440D-A613-C6DA13A9716C}" srcOrd="0" destOrd="0" presId="urn:microsoft.com/office/officeart/2005/8/layout/vProcess5"/>
    <dgm:cxn modelId="{290CCDD3-E229-48AC-957A-7E97C467A1D7}" srcId="{EEF17830-2321-4625-B6AF-738B334BE2CD}" destId="{F7CC8C41-94ED-4F47-8C3B-5DCEBD91E1E4}" srcOrd="0" destOrd="0" parTransId="{66D0B976-D01A-462D-9F2C-DED65B5BB0CC}" sibTransId="{4C28E818-DD67-43EB-AA9F-7A53AFA49888}"/>
    <dgm:cxn modelId="{A7AFD4D7-B1A9-444C-AD68-CB8F1748218C}" type="presOf" srcId="{E6A1FD54-0B9B-43A4-B229-EE2BD79FD9E5}" destId="{8CCF4D29-4700-4D8F-8AD4-AF6E89114113}" srcOrd="0" destOrd="0" presId="urn:microsoft.com/office/officeart/2005/8/layout/vProcess5"/>
    <dgm:cxn modelId="{2C42E8D9-5CC6-497F-A8E1-8365156C2BA4}" type="presOf" srcId="{DDE40F2F-8FF6-4757-B62E-46FFE5F7374A}" destId="{EEF0E8EE-A97D-47C1-943B-981363F83374}" srcOrd="0" destOrd="0" presId="urn:microsoft.com/office/officeart/2005/8/layout/vProcess5"/>
    <dgm:cxn modelId="{C3EDD8E2-871D-4D7A-8CE4-667D207AE097}" type="presOf" srcId="{50002A36-E69E-4444-878D-4C58945759D6}" destId="{F77A15C8-A124-465D-8307-20950E8B3B58}" srcOrd="0" destOrd="0" presId="urn:microsoft.com/office/officeart/2005/8/layout/vProcess5"/>
    <dgm:cxn modelId="{C1C721E9-DEBD-4C2B-928C-D8941C818406}" srcId="{EEF17830-2321-4625-B6AF-738B334BE2CD}" destId="{DDE40F2F-8FF6-4757-B62E-46FFE5F7374A}" srcOrd="1" destOrd="0" parTransId="{8AC656F2-9158-4E2A-B0B3-E6520123B1E1}" sibTransId="{5938C05A-F72B-4908-AE81-E59E5810A403}"/>
    <dgm:cxn modelId="{0F0A93EF-1A28-4D15-B216-08105BCA5E11}" type="presOf" srcId="{DDE40F2F-8FF6-4757-B62E-46FFE5F7374A}" destId="{67688E16-0A4A-431D-8B47-43FF74734E8B}" srcOrd="1" destOrd="0" presId="urn:microsoft.com/office/officeart/2005/8/layout/vProcess5"/>
    <dgm:cxn modelId="{D6173FB2-6F2C-44FC-9B4E-45B6B1E46EF6}" type="presParOf" srcId="{B9249A31-BBFB-4195-94F8-D2C1A7988016}" destId="{D74CC780-84C6-4BE1-8CD3-C219663C73CC}" srcOrd="0" destOrd="0" presId="urn:microsoft.com/office/officeart/2005/8/layout/vProcess5"/>
    <dgm:cxn modelId="{2EA9576A-EEBD-4649-B9C1-58B8BA06C8B5}" type="presParOf" srcId="{B9249A31-BBFB-4195-94F8-D2C1A7988016}" destId="{50409F70-84F2-4F0F-A468-526133A15240}" srcOrd="1" destOrd="0" presId="urn:microsoft.com/office/officeart/2005/8/layout/vProcess5"/>
    <dgm:cxn modelId="{D72E691B-4F83-43E8-BF2E-251651502479}" type="presParOf" srcId="{B9249A31-BBFB-4195-94F8-D2C1A7988016}" destId="{EEF0E8EE-A97D-47C1-943B-981363F83374}" srcOrd="2" destOrd="0" presId="urn:microsoft.com/office/officeart/2005/8/layout/vProcess5"/>
    <dgm:cxn modelId="{D67829CA-3A2B-4C2E-A1C2-9969E895670D}" type="presParOf" srcId="{B9249A31-BBFB-4195-94F8-D2C1A7988016}" destId="{F77A15C8-A124-465D-8307-20950E8B3B58}" srcOrd="3" destOrd="0" presId="urn:microsoft.com/office/officeart/2005/8/layout/vProcess5"/>
    <dgm:cxn modelId="{93928F6E-278A-46C1-9838-C546D29749FD}" type="presParOf" srcId="{B9249A31-BBFB-4195-94F8-D2C1A7988016}" destId="{8CCF4D29-4700-4D8F-8AD4-AF6E89114113}" srcOrd="4" destOrd="0" presId="urn:microsoft.com/office/officeart/2005/8/layout/vProcess5"/>
    <dgm:cxn modelId="{E78EFA19-363A-47C6-BAF2-564F0A27B693}" type="presParOf" srcId="{B9249A31-BBFB-4195-94F8-D2C1A7988016}" destId="{921ADB9B-CE4D-407F-A019-7431404FD646}" srcOrd="5" destOrd="0" presId="urn:microsoft.com/office/officeart/2005/8/layout/vProcess5"/>
    <dgm:cxn modelId="{3B8E8518-33CD-49F0-B200-0721F9FAA2B2}" type="presParOf" srcId="{B9249A31-BBFB-4195-94F8-D2C1A7988016}" destId="{DDEDE5C3-B8E2-49FB-8CC8-AA211975C86A}" srcOrd="6" destOrd="0" presId="urn:microsoft.com/office/officeart/2005/8/layout/vProcess5"/>
    <dgm:cxn modelId="{45550D01-5265-45E2-B04B-DB1EA1623B07}" type="presParOf" srcId="{B9249A31-BBFB-4195-94F8-D2C1A7988016}" destId="{76F769EA-C06B-4DA2-BBEE-A97B7F157945}" srcOrd="7" destOrd="0" presId="urn:microsoft.com/office/officeart/2005/8/layout/vProcess5"/>
    <dgm:cxn modelId="{EF67960E-0463-4A22-A549-8291BE02E09D}" type="presParOf" srcId="{B9249A31-BBFB-4195-94F8-D2C1A7988016}" destId="{48F5C2B1-6DEB-4046-B398-77D94C34A778}" srcOrd="8" destOrd="0" presId="urn:microsoft.com/office/officeart/2005/8/layout/vProcess5"/>
    <dgm:cxn modelId="{F019AC60-686B-45F6-8FD9-86D41ED4B041}" type="presParOf" srcId="{B9249A31-BBFB-4195-94F8-D2C1A7988016}" destId="{D8BE0979-4C5F-440D-A613-C6DA13A9716C}" srcOrd="9" destOrd="0" presId="urn:microsoft.com/office/officeart/2005/8/layout/vProcess5"/>
    <dgm:cxn modelId="{6D114EA4-366C-4C89-9E96-12068637E0BB}" type="presParOf" srcId="{B9249A31-BBFB-4195-94F8-D2C1A7988016}" destId="{B8518947-9054-4261-AC80-DB0A34098014}" srcOrd="10" destOrd="0" presId="urn:microsoft.com/office/officeart/2005/8/layout/vProcess5"/>
    <dgm:cxn modelId="{B7B54179-5201-4D2A-8A6F-5169EA0EFA79}" type="presParOf" srcId="{B9249A31-BBFB-4195-94F8-D2C1A7988016}" destId="{67688E16-0A4A-431D-8B47-43FF74734E8B}" srcOrd="11" destOrd="0" presId="urn:microsoft.com/office/officeart/2005/8/layout/vProcess5"/>
    <dgm:cxn modelId="{BD435AF3-DDF4-4357-9B6E-C995F8604C7E}" type="presParOf" srcId="{B9249A31-BBFB-4195-94F8-D2C1A7988016}" destId="{EA9923BF-5628-4E99-B2A3-ED4EA50F180F}" srcOrd="12" destOrd="0" presId="urn:microsoft.com/office/officeart/2005/8/layout/vProcess5"/>
    <dgm:cxn modelId="{734B17D5-80CC-4D24-8A28-C5E58DB40A57}" type="presParOf" srcId="{B9249A31-BBFB-4195-94F8-D2C1A7988016}" destId="{060EB091-7272-45C3-AAFE-83680B94C040}" srcOrd="13" destOrd="0" presId="urn:microsoft.com/office/officeart/2005/8/layout/vProcess5"/>
    <dgm:cxn modelId="{CB5BD2D2-A788-43B7-951F-5BF7B208DF0A}" type="presParOf" srcId="{B9249A31-BBFB-4195-94F8-D2C1A7988016}" destId="{41F60413-81F8-4E10-B766-79EC45F0B9C3}"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4C801A-DDF5-4C75-B6BA-A5F7D8795B50}"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5E5952F-85BE-4F3D-B82B-4353FF6860F4}">
      <dgm:prSet/>
      <dgm:spPr/>
      <dgm:t>
        <a:bodyPr/>
        <a:lstStyle/>
        <a:p>
          <a:r>
            <a:rPr lang="en-US"/>
            <a:t>HTML gives content meaning.</a:t>
          </a:r>
        </a:p>
      </dgm:t>
    </dgm:pt>
    <dgm:pt modelId="{9015FC1A-E083-4E91-BAC0-E9D33195A8EC}" type="parTrans" cxnId="{91CE398B-04B3-4E74-8930-97378D94022E}">
      <dgm:prSet/>
      <dgm:spPr/>
      <dgm:t>
        <a:bodyPr/>
        <a:lstStyle/>
        <a:p>
          <a:endParaRPr lang="en-US"/>
        </a:p>
      </dgm:t>
    </dgm:pt>
    <dgm:pt modelId="{46A6E7D2-5B68-4041-A830-8E0489EE92B8}" type="sibTrans" cxnId="{91CE398B-04B3-4E74-8930-97378D94022E}">
      <dgm:prSet/>
      <dgm:spPr/>
      <dgm:t>
        <a:bodyPr/>
        <a:lstStyle/>
        <a:p>
          <a:endParaRPr lang="en-US"/>
        </a:p>
      </dgm:t>
    </dgm:pt>
    <dgm:pt modelId="{149E5DE8-FB6C-4B9A-AB97-640A29A4D938}">
      <dgm:prSet custT="1"/>
      <dgm:spPr/>
      <dgm:t>
        <a:bodyPr/>
        <a:lstStyle/>
        <a:p>
          <a:r>
            <a:rPr lang="en-US" sz="2800" dirty="0"/>
            <a:t>A heading means </a:t>
          </a:r>
          <a:br>
            <a:rPr lang="en-US" sz="2800" dirty="0"/>
          </a:br>
          <a:r>
            <a:rPr lang="en-US" sz="2800" dirty="0"/>
            <a:t>"</a:t>
          </a:r>
          <a:r>
            <a:rPr lang="en-US" sz="2800" b="1" i="1" dirty="0">
              <a:solidFill>
                <a:srgbClr val="00B050"/>
              </a:solidFill>
            </a:rPr>
            <a:t>this is a heading</a:t>
          </a:r>
          <a:r>
            <a:rPr lang="en-US" sz="2800" dirty="0"/>
            <a:t>."</a:t>
          </a:r>
        </a:p>
      </dgm:t>
    </dgm:pt>
    <dgm:pt modelId="{D1260261-CA29-4690-9823-0AD4A3F2DBC5}" type="parTrans" cxnId="{AB0A65F7-4B5D-4A74-8992-DF30E98A3B80}">
      <dgm:prSet/>
      <dgm:spPr/>
      <dgm:t>
        <a:bodyPr/>
        <a:lstStyle/>
        <a:p>
          <a:endParaRPr lang="en-US"/>
        </a:p>
      </dgm:t>
    </dgm:pt>
    <dgm:pt modelId="{F2975453-F8F0-46B1-8643-1C886885C541}" type="sibTrans" cxnId="{AB0A65F7-4B5D-4A74-8992-DF30E98A3B80}">
      <dgm:prSet/>
      <dgm:spPr/>
      <dgm:t>
        <a:bodyPr/>
        <a:lstStyle/>
        <a:p>
          <a:endParaRPr lang="en-US"/>
        </a:p>
      </dgm:t>
    </dgm:pt>
    <dgm:pt modelId="{A2026FA0-84C2-4283-9304-7B6F2A7D5731}">
      <dgm:prSet custT="1"/>
      <dgm:spPr/>
      <dgm:t>
        <a:bodyPr/>
        <a:lstStyle/>
        <a:p>
          <a:r>
            <a:rPr lang="en-US" sz="2800" dirty="0"/>
            <a:t>A paragraph means </a:t>
          </a:r>
          <a:br>
            <a:rPr lang="en-US" sz="2800" dirty="0"/>
          </a:br>
          <a:r>
            <a:rPr lang="en-US" sz="2800" dirty="0"/>
            <a:t>"</a:t>
          </a:r>
          <a:r>
            <a:rPr lang="en-US" sz="2800" b="1" i="1" dirty="0">
              <a:solidFill>
                <a:srgbClr val="00B050"/>
              </a:solidFill>
            </a:rPr>
            <a:t>this is body text</a:t>
          </a:r>
          <a:r>
            <a:rPr lang="en-US" sz="2800" dirty="0"/>
            <a:t>."</a:t>
          </a:r>
        </a:p>
      </dgm:t>
    </dgm:pt>
    <dgm:pt modelId="{47FC87B1-2979-49FB-B023-FB6F5F98C5EE}" type="parTrans" cxnId="{8B191EEE-0252-415A-9C26-AE45F834DEB1}">
      <dgm:prSet/>
      <dgm:spPr/>
      <dgm:t>
        <a:bodyPr/>
        <a:lstStyle/>
        <a:p>
          <a:endParaRPr lang="en-US"/>
        </a:p>
      </dgm:t>
    </dgm:pt>
    <dgm:pt modelId="{9649A457-42C0-4753-A367-CF32F8087F94}" type="sibTrans" cxnId="{8B191EEE-0252-415A-9C26-AE45F834DEB1}">
      <dgm:prSet/>
      <dgm:spPr/>
      <dgm:t>
        <a:bodyPr/>
        <a:lstStyle/>
        <a:p>
          <a:endParaRPr lang="en-US"/>
        </a:p>
      </dgm:t>
    </dgm:pt>
    <dgm:pt modelId="{32C92D21-2F85-456F-B501-19C3C8F83AB6}">
      <dgm:prSet custT="1"/>
      <dgm:spPr/>
      <dgm:t>
        <a:bodyPr/>
        <a:lstStyle/>
        <a:p>
          <a:r>
            <a:rPr lang="en-US" sz="2800" dirty="0"/>
            <a:t>A link means </a:t>
          </a:r>
          <a:br>
            <a:rPr lang="en-US" sz="2800" dirty="0"/>
          </a:br>
          <a:r>
            <a:rPr lang="en-US" sz="2800" dirty="0"/>
            <a:t>"</a:t>
          </a:r>
          <a:r>
            <a:rPr lang="en-US" sz="2800" b="1" i="1" dirty="0">
              <a:solidFill>
                <a:srgbClr val="00B050"/>
              </a:solidFill>
            </a:rPr>
            <a:t>go somewhere</a:t>
          </a:r>
          <a:r>
            <a:rPr lang="en-US" sz="2800" dirty="0"/>
            <a:t>."</a:t>
          </a:r>
        </a:p>
      </dgm:t>
    </dgm:pt>
    <dgm:pt modelId="{E0FF706E-1A44-4367-B444-4E95F2950B3D}" type="parTrans" cxnId="{D045289E-D5F0-4654-A8DF-D59C2DAAC02D}">
      <dgm:prSet/>
      <dgm:spPr/>
      <dgm:t>
        <a:bodyPr/>
        <a:lstStyle/>
        <a:p>
          <a:endParaRPr lang="en-US"/>
        </a:p>
      </dgm:t>
    </dgm:pt>
    <dgm:pt modelId="{F42BD485-A786-4F22-B2A5-FA6E96D52297}" type="sibTrans" cxnId="{D045289E-D5F0-4654-A8DF-D59C2DAAC02D}">
      <dgm:prSet/>
      <dgm:spPr/>
      <dgm:t>
        <a:bodyPr/>
        <a:lstStyle/>
        <a:p>
          <a:endParaRPr lang="en-US"/>
        </a:p>
      </dgm:t>
    </dgm:pt>
    <dgm:pt modelId="{C3B0B52B-776E-49DE-BBC9-B1B353F739D2}" type="pres">
      <dgm:prSet presAssocID="{524C801A-DDF5-4C75-B6BA-A5F7D8795B50}" presName="vert0" presStyleCnt="0">
        <dgm:presLayoutVars>
          <dgm:dir/>
          <dgm:animOne val="branch"/>
          <dgm:animLvl val="lvl"/>
        </dgm:presLayoutVars>
      </dgm:prSet>
      <dgm:spPr/>
    </dgm:pt>
    <dgm:pt modelId="{4A28D314-0BF1-4BF9-99DC-A2527CFE46E2}" type="pres">
      <dgm:prSet presAssocID="{15E5952F-85BE-4F3D-B82B-4353FF6860F4}" presName="thickLine" presStyleLbl="alignNode1" presStyleIdx="0" presStyleCnt="1"/>
      <dgm:spPr/>
    </dgm:pt>
    <dgm:pt modelId="{F1E8205E-8080-461E-971F-9DC94D6A5650}" type="pres">
      <dgm:prSet presAssocID="{15E5952F-85BE-4F3D-B82B-4353FF6860F4}" presName="horz1" presStyleCnt="0"/>
      <dgm:spPr/>
    </dgm:pt>
    <dgm:pt modelId="{317F448C-A9EF-4628-8FC1-B9E82BF8A3B2}" type="pres">
      <dgm:prSet presAssocID="{15E5952F-85BE-4F3D-B82B-4353FF6860F4}" presName="tx1" presStyleLbl="revTx" presStyleIdx="0" presStyleCnt="4"/>
      <dgm:spPr/>
    </dgm:pt>
    <dgm:pt modelId="{2BC287D5-A9EC-42F4-A7AA-AF0D2D5E1E1A}" type="pres">
      <dgm:prSet presAssocID="{15E5952F-85BE-4F3D-B82B-4353FF6860F4}" presName="vert1" presStyleCnt="0"/>
      <dgm:spPr/>
    </dgm:pt>
    <dgm:pt modelId="{51045785-9A99-4828-B14F-8363AB935C52}" type="pres">
      <dgm:prSet presAssocID="{149E5DE8-FB6C-4B9A-AB97-640A29A4D938}" presName="vertSpace2a" presStyleCnt="0"/>
      <dgm:spPr/>
    </dgm:pt>
    <dgm:pt modelId="{C4C71A5A-2DC7-41C6-A1EC-40E0A36EAEC6}" type="pres">
      <dgm:prSet presAssocID="{149E5DE8-FB6C-4B9A-AB97-640A29A4D938}" presName="horz2" presStyleCnt="0"/>
      <dgm:spPr/>
    </dgm:pt>
    <dgm:pt modelId="{118C72C1-3A42-400D-9BBE-CB5C7D000C10}" type="pres">
      <dgm:prSet presAssocID="{149E5DE8-FB6C-4B9A-AB97-640A29A4D938}" presName="horzSpace2" presStyleCnt="0"/>
      <dgm:spPr/>
    </dgm:pt>
    <dgm:pt modelId="{27FEB160-95C0-4F24-B2E8-B11A3202AA1C}" type="pres">
      <dgm:prSet presAssocID="{149E5DE8-FB6C-4B9A-AB97-640A29A4D938}" presName="tx2" presStyleLbl="revTx" presStyleIdx="1" presStyleCnt="4"/>
      <dgm:spPr/>
    </dgm:pt>
    <dgm:pt modelId="{F0132BC5-2FA9-408C-B8D3-5078075B5CD9}" type="pres">
      <dgm:prSet presAssocID="{149E5DE8-FB6C-4B9A-AB97-640A29A4D938}" presName="vert2" presStyleCnt="0"/>
      <dgm:spPr/>
    </dgm:pt>
    <dgm:pt modelId="{F5F1FBA1-0AB4-48CA-A622-C6C28F1CDC1D}" type="pres">
      <dgm:prSet presAssocID="{149E5DE8-FB6C-4B9A-AB97-640A29A4D938}" presName="thinLine2b" presStyleLbl="callout" presStyleIdx="0" presStyleCnt="3"/>
      <dgm:spPr/>
    </dgm:pt>
    <dgm:pt modelId="{5CDD5114-4E26-4499-9E2B-95383552916C}" type="pres">
      <dgm:prSet presAssocID="{149E5DE8-FB6C-4B9A-AB97-640A29A4D938}" presName="vertSpace2b" presStyleCnt="0"/>
      <dgm:spPr/>
    </dgm:pt>
    <dgm:pt modelId="{316D572F-27F2-4DC0-9560-4565BDA0BCAC}" type="pres">
      <dgm:prSet presAssocID="{A2026FA0-84C2-4283-9304-7B6F2A7D5731}" presName="horz2" presStyleCnt="0"/>
      <dgm:spPr/>
    </dgm:pt>
    <dgm:pt modelId="{A3D60288-05E1-493F-9228-B1B25527234D}" type="pres">
      <dgm:prSet presAssocID="{A2026FA0-84C2-4283-9304-7B6F2A7D5731}" presName="horzSpace2" presStyleCnt="0"/>
      <dgm:spPr/>
    </dgm:pt>
    <dgm:pt modelId="{14AF5431-4126-4822-BDD2-AD1BA8EE974E}" type="pres">
      <dgm:prSet presAssocID="{A2026FA0-84C2-4283-9304-7B6F2A7D5731}" presName="tx2" presStyleLbl="revTx" presStyleIdx="2" presStyleCnt="4"/>
      <dgm:spPr/>
    </dgm:pt>
    <dgm:pt modelId="{54B9DCDD-D36D-4B46-A46C-16D0D9AD7542}" type="pres">
      <dgm:prSet presAssocID="{A2026FA0-84C2-4283-9304-7B6F2A7D5731}" presName="vert2" presStyleCnt="0"/>
      <dgm:spPr/>
    </dgm:pt>
    <dgm:pt modelId="{8004B8DA-C272-4AA1-9E5C-7531DDAD038D}" type="pres">
      <dgm:prSet presAssocID="{A2026FA0-84C2-4283-9304-7B6F2A7D5731}" presName="thinLine2b" presStyleLbl="callout" presStyleIdx="1" presStyleCnt="3"/>
      <dgm:spPr/>
    </dgm:pt>
    <dgm:pt modelId="{8B273BBA-BE41-4AED-AB47-A2E8B74C9192}" type="pres">
      <dgm:prSet presAssocID="{A2026FA0-84C2-4283-9304-7B6F2A7D5731}" presName="vertSpace2b" presStyleCnt="0"/>
      <dgm:spPr/>
    </dgm:pt>
    <dgm:pt modelId="{4E4795B9-E083-4D24-A6F5-A64064997F71}" type="pres">
      <dgm:prSet presAssocID="{32C92D21-2F85-456F-B501-19C3C8F83AB6}" presName="horz2" presStyleCnt="0"/>
      <dgm:spPr/>
    </dgm:pt>
    <dgm:pt modelId="{5E5C9D51-E348-47A6-81C7-9F5754576D6B}" type="pres">
      <dgm:prSet presAssocID="{32C92D21-2F85-456F-B501-19C3C8F83AB6}" presName="horzSpace2" presStyleCnt="0"/>
      <dgm:spPr/>
    </dgm:pt>
    <dgm:pt modelId="{335D6C50-BC95-4D2E-86E8-82B95299566D}" type="pres">
      <dgm:prSet presAssocID="{32C92D21-2F85-456F-B501-19C3C8F83AB6}" presName="tx2" presStyleLbl="revTx" presStyleIdx="3" presStyleCnt="4"/>
      <dgm:spPr/>
    </dgm:pt>
    <dgm:pt modelId="{BA9A1CCE-8FAE-44BC-A24F-A2E5AD9902A8}" type="pres">
      <dgm:prSet presAssocID="{32C92D21-2F85-456F-B501-19C3C8F83AB6}" presName="vert2" presStyleCnt="0"/>
      <dgm:spPr/>
    </dgm:pt>
    <dgm:pt modelId="{C02DF06A-0762-404A-9200-55FA92215277}" type="pres">
      <dgm:prSet presAssocID="{32C92D21-2F85-456F-B501-19C3C8F83AB6}" presName="thinLine2b" presStyleLbl="callout" presStyleIdx="2" presStyleCnt="3"/>
      <dgm:spPr/>
    </dgm:pt>
    <dgm:pt modelId="{3D9F237E-DD20-40A4-A797-7EE5BE749A50}" type="pres">
      <dgm:prSet presAssocID="{32C92D21-2F85-456F-B501-19C3C8F83AB6}" presName="vertSpace2b" presStyleCnt="0"/>
      <dgm:spPr/>
    </dgm:pt>
  </dgm:ptLst>
  <dgm:cxnLst>
    <dgm:cxn modelId="{95421207-DDFA-4876-8208-5113E163CB7A}" type="presOf" srcId="{A2026FA0-84C2-4283-9304-7B6F2A7D5731}" destId="{14AF5431-4126-4822-BDD2-AD1BA8EE974E}" srcOrd="0" destOrd="0" presId="urn:microsoft.com/office/officeart/2008/layout/LinedList"/>
    <dgm:cxn modelId="{019BC719-12A8-4818-9DB4-4F8D97FD0C47}" type="presOf" srcId="{149E5DE8-FB6C-4B9A-AB97-640A29A4D938}" destId="{27FEB160-95C0-4F24-B2E8-B11A3202AA1C}" srcOrd="0" destOrd="0" presId="urn:microsoft.com/office/officeart/2008/layout/LinedList"/>
    <dgm:cxn modelId="{91CE398B-04B3-4E74-8930-97378D94022E}" srcId="{524C801A-DDF5-4C75-B6BA-A5F7D8795B50}" destId="{15E5952F-85BE-4F3D-B82B-4353FF6860F4}" srcOrd="0" destOrd="0" parTransId="{9015FC1A-E083-4E91-BAC0-E9D33195A8EC}" sibTransId="{46A6E7D2-5B68-4041-A830-8E0489EE92B8}"/>
    <dgm:cxn modelId="{D045289E-D5F0-4654-A8DF-D59C2DAAC02D}" srcId="{15E5952F-85BE-4F3D-B82B-4353FF6860F4}" destId="{32C92D21-2F85-456F-B501-19C3C8F83AB6}" srcOrd="2" destOrd="0" parTransId="{E0FF706E-1A44-4367-B444-4E95F2950B3D}" sibTransId="{F42BD485-A786-4F22-B2A5-FA6E96D52297}"/>
    <dgm:cxn modelId="{61E2D1A9-E360-4CEE-906B-FEBBBEDD59A4}" type="presOf" srcId="{524C801A-DDF5-4C75-B6BA-A5F7D8795B50}" destId="{C3B0B52B-776E-49DE-BBC9-B1B353F739D2}" srcOrd="0" destOrd="0" presId="urn:microsoft.com/office/officeart/2008/layout/LinedList"/>
    <dgm:cxn modelId="{DE4E94C1-368D-4579-958A-C205419FBD10}" type="presOf" srcId="{15E5952F-85BE-4F3D-B82B-4353FF6860F4}" destId="{317F448C-A9EF-4628-8FC1-B9E82BF8A3B2}" srcOrd="0" destOrd="0" presId="urn:microsoft.com/office/officeart/2008/layout/LinedList"/>
    <dgm:cxn modelId="{8B191EEE-0252-415A-9C26-AE45F834DEB1}" srcId="{15E5952F-85BE-4F3D-B82B-4353FF6860F4}" destId="{A2026FA0-84C2-4283-9304-7B6F2A7D5731}" srcOrd="1" destOrd="0" parTransId="{47FC87B1-2979-49FB-B023-FB6F5F98C5EE}" sibTransId="{9649A457-42C0-4753-A367-CF32F8087F94}"/>
    <dgm:cxn modelId="{AB0A65F7-4B5D-4A74-8992-DF30E98A3B80}" srcId="{15E5952F-85BE-4F3D-B82B-4353FF6860F4}" destId="{149E5DE8-FB6C-4B9A-AB97-640A29A4D938}" srcOrd="0" destOrd="0" parTransId="{D1260261-CA29-4690-9823-0AD4A3F2DBC5}" sibTransId="{F2975453-F8F0-46B1-8643-1C886885C541}"/>
    <dgm:cxn modelId="{0D3DABFB-2951-40A2-B65B-B86E7A1F62FE}" type="presOf" srcId="{32C92D21-2F85-456F-B501-19C3C8F83AB6}" destId="{335D6C50-BC95-4D2E-86E8-82B95299566D}" srcOrd="0" destOrd="0" presId="urn:microsoft.com/office/officeart/2008/layout/LinedList"/>
    <dgm:cxn modelId="{C381251B-1E17-4A3D-8667-96476DC1650A}" type="presParOf" srcId="{C3B0B52B-776E-49DE-BBC9-B1B353F739D2}" destId="{4A28D314-0BF1-4BF9-99DC-A2527CFE46E2}" srcOrd="0" destOrd="0" presId="urn:microsoft.com/office/officeart/2008/layout/LinedList"/>
    <dgm:cxn modelId="{199EF2FC-8FD0-4F19-8037-652EEA2F0B81}" type="presParOf" srcId="{C3B0B52B-776E-49DE-BBC9-B1B353F739D2}" destId="{F1E8205E-8080-461E-971F-9DC94D6A5650}" srcOrd="1" destOrd="0" presId="urn:microsoft.com/office/officeart/2008/layout/LinedList"/>
    <dgm:cxn modelId="{4B927E2F-05F7-4BAE-91F8-CCD74A0BCAD7}" type="presParOf" srcId="{F1E8205E-8080-461E-971F-9DC94D6A5650}" destId="{317F448C-A9EF-4628-8FC1-B9E82BF8A3B2}" srcOrd="0" destOrd="0" presId="urn:microsoft.com/office/officeart/2008/layout/LinedList"/>
    <dgm:cxn modelId="{D9E374C1-572A-4341-8B67-3C70DCEACE94}" type="presParOf" srcId="{F1E8205E-8080-461E-971F-9DC94D6A5650}" destId="{2BC287D5-A9EC-42F4-A7AA-AF0D2D5E1E1A}" srcOrd="1" destOrd="0" presId="urn:microsoft.com/office/officeart/2008/layout/LinedList"/>
    <dgm:cxn modelId="{8156FF9A-2D17-4582-BA59-EED0DBF6FAD0}" type="presParOf" srcId="{2BC287D5-A9EC-42F4-A7AA-AF0D2D5E1E1A}" destId="{51045785-9A99-4828-B14F-8363AB935C52}" srcOrd="0" destOrd="0" presId="urn:microsoft.com/office/officeart/2008/layout/LinedList"/>
    <dgm:cxn modelId="{9C76F154-E436-4D4B-AF1F-576AAFB60275}" type="presParOf" srcId="{2BC287D5-A9EC-42F4-A7AA-AF0D2D5E1E1A}" destId="{C4C71A5A-2DC7-41C6-A1EC-40E0A36EAEC6}" srcOrd="1" destOrd="0" presId="urn:microsoft.com/office/officeart/2008/layout/LinedList"/>
    <dgm:cxn modelId="{B9BB978C-5617-47F5-91FE-BEA472FBABFF}" type="presParOf" srcId="{C4C71A5A-2DC7-41C6-A1EC-40E0A36EAEC6}" destId="{118C72C1-3A42-400D-9BBE-CB5C7D000C10}" srcOrd="0" destOrd="0" presId="urn:microsoft.com/office/officeart/2008/layout/LinedList"/>
    <dgm:cxn modelId="{FBCAC9E8-7042-48E0-BFBA-FD5213AA1610}" type="presParOf" srcId="{C4C71A5A-2DC7-41C6-A1EC-40E0A36EAEC6}" destId="{27FEB160-95C0-4F24-B2E8-B11A3202AA1C}" srcOrd="1" destOrd="0" presId="urn:microsoft.com/office/officeart/2008/layout/LinedList"/>
    <dgm:cxn modelId="{9DA8CA4A-3FFC-488F-87D3-DEF553477982}" type="presParOf" srcId="{C4C71A5A-2DC7-41C6-A1EC-40E0A36EAEC6}" destId="{F0132BC5-2FA9-408C-B8D3-5078075B5CD9}" srcOrd="2" destOrd="0" presId="urn:microsoft.com/office/officeart/2008/layout/LinedList"/>
    <dgm:cxn modelId="{108BF498-B68A-4945-B4E2-79BF4B268B2B}" type="presParOf" srcId="{2BC287D5-A9EC-42F4-A7AA-AF0D2D5E1E1A}" destId="{F5F1FBA1-0AB4-48CA-A622-C6C28F1CDC1D}" srcOrd="2" destOrd="0" presId="urn:microsoft.com/office/officeart/2008/layout/LinedList"/>
    <dgm:cxn modelId="{37B53CE7-86B9-4E42-9094-6E0641013A2C}" type="presParOf" srcId="{2BC287D5-A9EC-42F4-A7AA-AF0D2D5E1E1A}" destId="{5CDD5114-4E26-4499-9E2B-95383552916C}" srcOrd="3" destOrd="0" presId="urn:microsoft.com/office/officeart/2008/layout/LinedList"/>
    <dgm:cxn modelId="{61279CD0-A0B1-453B-8ACA-484B79D2A46F}" type="presParOf" srcId="{2BC287D5-A9EC-42F4-A7AA-AF0D2D5E1E1A}" destId="{316D572F-27F2-4DC0-9560-4565BDA0BCAC}" srcOrd="4" destOrd="0" presId="urn:microsoft.com/office/officeart/2008/layout/LinedList"/>
    <dgm:cxn modelId="{EE6BBE02-48C9-494A-A882-347ED382FFFA}" type="presParOf" srcId="{316D572F-27F2-4DC0-9560-4565BDA0BCAC}" destId="{A3D60288-05E1-493F-9228-B1B25527234D}" srcOrd="0" destOrd="0" presId="urn:microsoft.com/office/officeart/2008/layout/LinedList"/>
    <dgm:cxn modelId="{D92F2C72-A7B6-45A6-BA96-371D111C1C63}" type="presParOf" srcId="{316D572F-27F2-4DC0-9560-4565BDA0BCAC}" destId="{14AF5431-4126-4822-BDD2-AD1BA8EE974E}" srcOrd="1" destOrd="0" presId="urn:microsoft.com/office/officeart/2008/layout/LinedList"/>
    <dgm:cxn modelId="{3AC948CF-CD02-4503-A9C4-711D00FA9BFB}" type="presParOf" srcId="{316D572F-27F2-4DC0-9560-4565BDA0BCAC}" destId="{54B9DCDD-D36D-4B46-A46C-16D0D9AD7542}" srcOrd="2" destOrd="0" presId="urn:microsoft.com/office/officeart/2008/layout/LinedList"/>
    <dgm:cxn modelId="{586CC365-0BD8-46EF-9D0F-53D8C78B91DA}" type="presParOf" srcId="{2BC287D5-A9EC-42F4-A7AA-AF0D2D5E1E1A}" destId="{8004B8DA-C272-4AA1-9E5C-7531DDAD038D}" srcOrd="5" destOrd="0" presId="urn:microsoft.com/office/officeart/2008/layout/LinedList"/>
    <dgm:cxn modelId="{48D54740-2E0A-4C92-88B3-01818668DF15}" type="presParOf" srcId="{2BC287D5-A9EC-42F4-A7AA-AF0D2D5E1E1A}" destId="{8B273BBA-BE41-4AED-AB47-A2E8B74C9192}" srcOrd="6" destOrd="0" presId="urn:microsoft.com/office/officeart/2008/layout/LinedList"/>
    <dgm:cxn modelId="{161A90BF-3407-47B5-BAE7-CBC05A250FA4}" type="presParOf" srcId="{2BC287D5-A9EC-42F4-A7AA-AF0D2D5E1E1A}" destId="{4E4795B9-E083-4D24-A6F5-A64064997F71}" srcOrd="7" destOrd="0" presId="urn:microsoft.com/office/officeart/2008/layout/LinedList"/>
    <dgm:cxn modelId="{049FB7FE-022C-4A4D-803B-546D818DDF14}" type="presParOf" srcId="{4E4795B9-E083-4D24-A6F5-A64064997F71}" destId="{5E5C9D51-E348-47A6-81C7-9F5754576D6B}" srcOrd="0" destOrd="0" presId="urn:microsoft.com/office/officeart/2008/layout/LinedList"/>
    <dgm:cxn modelId="{8227F481-E649-4B8A-9E59-A9147F6F8B73}" type="presParOf" srcId="{4E4795B9-E083-4D24-A6F5-A64064997F71}" destId="{335D6C50-BC95-4D2E-86E8-82B95299566D}" srcOrd="1" destOrd="0" presId="urn:microsoft.com/office/officeart/2008/layout/LinedList"/>
    <dgm:cxn modelId="{022AA25D-3E2D-4698-B288-F93D293F423D}" type="presParOf" srcId="{4E4795B9-E083-4D24-A6F5-A64064997F71}" destId="{BA9A1CCE-8FAE-44BC-A24F-A2E5AD9902A8}" srcOrd="2" destOrd="0" presId="urn:microsoft.com/office/officeart/2008/layout/LinedList"/>
    <dgm:cxn modelId="{F051FD6B-F620-4552-81A9-B21CA47E150A}" type="presParOf" srcId="{2BC287D5-A9EC-42F4-A7AA-AF0D2D5E1E1A}" destId="{C02DF06A-0762-404A-9200-55FA92215277}" srcOrd="8" destOrd="0" presId="urn:microsoft.com/office/officeart/2008/layout/LinedList"/>
    <dgm:cxn modelId="{C0A0CC48-CFBA-4359-9455-9EB79AA35938}" type="presParOf" srcId="{2BC287D5-A9EC-42F4-A7AA-AF0D2D5E1E1A}" destId="{3D9F237E-DD20-40A4-A797-7EE5BE749A50}"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2CEF59-E3BF-4CF4-8D5D-45B63C97B1BD}"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88AA3A9F-7A15-4CA0-B682-1DF938C4151E}">
      <dgm:prSet/>
      <dgm:spPr/>
      <dgm:t>
        <a:bodyPr/>
        <a:lstStyle/>
        <a:p>
          <a:r>
            <a:rPr lang="en-US"/>
            <a:t>Every first page needs a shape.</a:t>
          </a:r>
        </a:p>
      </dgm:t>
    </dgm:pt>
    <dgm:pt modelId="{5AEF2C33-0A10-4EA2-8463-184C1A75BF6D}" type="parTrans" cxnId="{CBF23BE3-3E94-4044-9199-23F7FDFCC3AF}">
      <dgm:prSet/>
      <dgm:spPr/>
      <dgm:t>
        <a:bodyPr/>
        <a:lstStyle/>
        <a:p>
          <a:endParaRPr lang="en-US"/>
        </a:p>
      </dgm:t>
    </dgm:pt>
    <dgm:pt modelId="{6A9B7225-B080-4321-AFA9-6F0D34854859}" type="sibTrans" cxnId="{CBF23BE3-3E94-4044-9199-23F7FDFCC3AF}">
      <dgm:prSet/>
      <dgm:spPr/>
      <dgm:t>
        <a:bodyPr/>
        <a:lstStyle/>
        <a:p>
          <a:endParaRPr lang="en-US"/>
        </a:p>
      </dgm:t>
    </dgm:pt>
    <dgm:pt modelId="{17DAA16A-601B-4D6A-91B8-07D08BDB09C3}">
      <dgm:prSet/>
      <dgm:spPr/>
      <dgm:t>
        <a:bodyPr/>
        <a:lstStyle/>
        <a:p>
          <a:r>
            <a:rPr lang="en-US"/>
            <a:t>`&lt;!doctype html&gt;` tells the browser what kind of document this is.</a:t>
          </a:r>
        </a:p>
      </dgm:t>
    </dgm:pt>
    <dgm:pt modelId="{C3F47153-1EFD-412C-B929-4A091DCB05C4}" type="parTrans" cxnId="{1E58B348-BE19-4F94-981D-211363AC1AD8}">
      <dgm:prSet/>
      <dgm:spPr/>
      <dgm:t>
        <a:bodyPr/>
        <a:lstStyle/>
        <a:p>
          <a:endParaRPr lang="en-US"/>
        </a:p>
      </dgm:t>
    </dgm:pt>
    <dgm:pt modelId="{0F21C54F-8F6A-4102-8FF0-A09C4867B7D8}" type="sibTrans" cxnId="{1E58B348-BE19-4F94-981D-211363AC1AD8}">
      <dgm:prSet/>
      <dgm:spPr/>
      <dgm:t>
        <a:bodyPr/>
        <a:lstStyle/>
        <a:p>
          <a:endParaRPr lang="en-US"/>
        </a:p>
      </dgm:t>
    </dgm:pt>
    <dgm:pt modelId="{9D08C8EC-9D29-471E-B0D4-2D0E9FC461A1}">
      <dgm:prSet/>
      <dgm:spPr/>
      <dgm:t>
        <a:bodyPr/>
        <a:lstStyle/>
        <a:p>
          <a:r>
            <a:rPr lang="en-US"/>
            <a:t>`head` stores page information.</a:t>
          </a:r>
        </a:p>
      </dgm:t>
    </dgm:pt>
    <dgm:pt modelId="{BDC713AB-E6CB-4218-82CA-EDB0E30134CD}" type="parTrans" cxnId="{32465384-0364-4874-A82B-CFC6D5F8CAFE}">
      <dgm:prSet/>
      <dgm:spPr/>
      <dgm:t>
        <a:bodyPr/>
        <a:lstStyle/>
        <a:p>
          <a:endParaRPr lang="en-US"/>
        </a:p>
      </dgm:t>
    </dgm:pt>
    <dgm:pt modelId="{B4EF1627-93FA-4732-B990-6D3F4C7B95D4}" type="sibTrans" cxnId="{32465384-0364-4874-A82B-CFC6D5F8CAFE}">
      <dgm:prSet/>
      <dgm:spPr/>
      <dgm:t>
        <a:bodyPr/>
        <a:lstStyle/>
        <a:p>
          <a:endParaRPr lang="en-US"/>
        </a:p>
      </dgm:t>
    </dgm:pt>
    <dgm:pt modelId="{49D7DC4F-BF6E-4728-854F-7AA6C943C808}">
      <dgm:prSet/>
      <dgm:spPr/>
      <dgm:t>
        <a:bodyPr/>
        <a:lstStyle/>
        <a:p>
          <a:r>
            <a:rPr lang="en-US"/>
            <a:t>`body` stores visible content.</a:t>
          </a:r>
        </a:p>
      </dgm:t>
    </dgm:pt>
    <dgm:pt modelId="{DD155DAF-4C03-4808-AD5A-986799F600EF}" type="parTrans" cxnId="{6ED351C4-95CF-49D8-872C-17D06076CD92}">
      <dgm:prSet/>
      <dgm:spPr/>
      <dgm:t>
        <a:bodyPr/>
        <a:lstStyle/>
        <a:p>
          <a:endParaRPr lang="en-US"/>
        </a:p>
      </dgm:t>
    </dgm:pt>
    <dgm:pt modelId="{82C33C37-AA76-43F6-B098-7E76D8737106}" type="sibTrans" cxnId="{6ED351C4-95CF-49D8-872C-17D06076CD92}">
      <dgm:prSet/>
      <dgm:spPr/>
      <dgm:t>
        <a:bodyPr/>
        <a:lstStyle/>
        <a:p>
          <a:endParaRPr lang="en-US"/>
        </a:p>
      </dgm:t>
    </dgm:pt>
    <dgm:pt modelId="{107AC0DD-F63C-4FD2-BAAB-79A3396B3436}">
      <dgm:prSet/>
      <dgm:spPr/>
      <dgm:t>
        <a:bodyPr/>
        <a:lstStyle/>
        <a:p>
          <a:r>
            <a:rPr lang="en-US"/>
            <a:t>The browser uses the shape to understand the page.</a:t>
          </a:r>
        </a:p>
      </dgm:t>
    </dgm:pt>
    <dgm:pt modelId="{9E87C4ED-3E53-4D39-AB26-8EA1F849CE9D}" type="parTrans" cxnId="{3E6C28DC-786E-4547-98EA-DF70F6B4C1E7}">
      <dgm:prSet/>
      <dgm:spPr/>
      <dgm:t>
        <a:bodyPr/>
        <a:lstStyle/>
        <a:p>
          <a:endParaRPr lang="en-US"/>
        </a:p>
      </dgm:t>
    </dgm:pt>
    <dgm:pt modelId="{1EB35721-5A4C-468F-A16F-BBDDD76983A6}" type="sibTrans" cxnId="{3E6C28DC-786E-4547-98EA-DF70F6B4C1E7}">
      <dgm:prSet/>
      <dgm:spPr/>
      <dgm:t>
        <a:bodyPr/>
        <a:lstStyle/>
        <a:p>
          <a:endParaRPr lang="en-US"/>
        </a:p>
      </dgm:t>
    </dgm:pt>
    <dgm:pt modelId="{EEC93747-3338-4433-98A0-443C18FCA287}" type="pres">
      <dgm:prSet presAssocID="{662CEF59-E3BF-4CF4-8D5D-45B63C97B1BD}" presName="outerComposite" presStyleCnt="0">
        <dgm:presLayoutVars>
          <dgm:chMax val="5"/>
          <dgm:dir/>
          <dgm:resizeHandles val="exact"/>
        </dgm:presLayoutVars>
      </dgm:prSet>
      <dgm:spPr/>
    </dgm:pt>
    <dgm:pt modelId="{847919B9-1FE3-4D0F-AC1C-0D0CFB5E4794}" type="pres">
      <dgm:prSet presAssocID="{662CEF59-E3BF-4CF4-8D5D-45B63C97B1BD}" presName="dummyMaxCanvas" presStyleCnt="0">
        <dgm:presLayoutVars/>
      </dgm:prSet>
      <dgm:spPr/>
    </dgm:pt>
    <dgm:pt modelId="{8474A708-541C-40F0-8601-EDCBEF2B5AE0}" type="pres">
      <dgm:prSet presAssocID="{662CEF59-E3BF-4CF4-8D5D-45B63C97B1BD}" presName="FiveNodes_1" presStyleLbl="node1" presStyleIdx="0" presStyleCnt="5">
        <dgm:presLayoutVars>
          <dgm:bulletEnabled val="1"/>
        </dgm:presLayoutVars>
      </dgm:prSet>
      <dgm:spPr/>
    </dgm:pt>
    <dgm:pt modelId="{CF586A0E-38AB-4BD2-A929-E3A3290A26ED}" type="pres">
      <dgm:prSet presAssocID="{662CEF59-E3BF-4CF4-8D5D-45B63C97B1BD}" presName="FiveNodes_2" presStyleLbl="node1" presStyleIdx="1" presStyleCnt="5">
        <dgm:presLayoutVars>
          <dgm:bulletEnabled val="1"/>
        </dgm:presLayoutVars>
      </dgm:prSet>
      <dgm:spPr/>
    </dgm:pt>
    <dgm:pt modelId="{BD58829B-D746-488C-82BF-73B34B07289B}" type="pres">
      <dgm:prSet presAssocID="{662CEF59-E3BF-4CF4-8D5D-45B63C97B1BD}" presName="FiveNodes_3" presStyleLbl="node1" presStyleIdx="2" presStyleCnt="5">
        <dgm:presLayoutVars>
          <dgm:bulletEnabled val="1"/>
        </dgm:presLayoutVars>
      </dgm:prSet>
      <dgm:spPr/>
    </dgm:pt>
    <dgm:pt modelId="{D1ED7CF5-0732-4E37-BE9F-4BE16F70DBDF}" type="pres">
      <dgm:prSet presAssocID="{662CEF59-E3BF-4CF4-8D5D-45B63C97B1BD}" presName="FiveNodes_4" presStyleLbl="node1" presStyleIdx="3" presStyleCnt="5">
        <dgm:presLayoutVars>
          <dgm:bulletEnabled val="1"/>
        </dgm:presLayoutVars>
      </dgm:prSet>
      <dgm:spPr/>
    </dgm:pt>
    <dgm:pt modelId="{8E649F60-47D3-409D-B54C-9A3971BD4D24}" type="pres">
      <dgm:prSet presAssocID="{662CEF59-E3BF-4CF4-8D5D-45B63C97B1BD}" presName="FiveNodes_5" presStyleLbl="node1" presStyleIdx="4" presStyleCnt="5">
        <dgm:presLayoutVars>
          <dgm:bulletEnabled val="1"/>
        </dgm:presLayoutVars>
      </dgm:prSet>
      <dgm:spPr/>
    </dgm:pt>
    <dgm:pt modelId="{00EAAE36-BDA4-4F8C-A818-C1E543CD0296}" type="pres">
      <dgm:prSet presAssocID="{662CEF59-E3BF-4CF4-8D5D-45B63C97B1BD}" presName="FiveConn_1-2" presStyleLbl="fgAccFollowNode1" presStyleIdx="0" presStyleCnt="4">
        <dgm:presLayoutVars>
          <dgm:bulletEnabled val="1"/>
        </dgm:presLayoutVars>
      </dgm:prSet>
      <dgm:spPr/>
    </dgm:pt>
    <dgm:pt modelId="{08326110-6B77-4CF4-BE00-897327460686}" type="pres">
      <dgm:prSet presAssocID="{662CEF59-E3BF-4CF4-8D5D-45B63C97B1BD}" presName="FiveConn_2-3" presStyleLbl="fgAccFollowNode1" presStyleIdx="1" presStyleCnt="4">
        <dgm:presLayoutVars>
          <dgm:bulletEnabled val="1"/>
        </dgm:presLayoutVars>
      </dgm:prSet>
      <dgm:spPr/>
    </dgm:pt>
    <dgm:pt modelId="{1B8BB3FE-ABD1-41C7-934B-1905E308EBE8}" type="pres">
      <dgm:prSet presAssocID="{662CEF59-E3BF-4CF4-8D5D-45B63C97B1BD}" presName="FiveConn_3-4" presStyleLbl="fgAccFollowNode1" presStyleIdx="2" presStyleCnt="4">
        <dgm:presLayoutVars>
          <dgm:bulletEnabled val="1"/>
        </dgm:presLayoutVars>
      </dgm:prSet>
      <dgm:spPr/>
    </dgm:pt>
    <dgm:pt modelId="{61B47F07-B677-4AF5-9968-D922C6951EC1}" type="pres">
      <dgm:prSet presAssocID="{662CEF59-E3BF-4CF4-8D5D-45B63C97B1BD}" presName="FiveConn_4-5" presStyleLbl="fgAccFollowNode1" presStyleIdx="3" presStyleCnt="4">
        <dgm:presLayoutVars>
          <dgm:bulletEnabled val="1"/>
        </dgm:presLayoutVars>
      </dgm:prSet>
      <dgm:spPr/>
    </dgm:pt>
    <dgm:pt modelId="{0F1D5193-D583-4E7D-950F-B5606152E625}" type="pres">
      <dgm:prSet presAssocID="{662CEF59-E3BF-4CF4-8D5D-45B63C97B1BD}" presName="FiveNodes_1_text" presStyleLbl="node1" presStyleIdx="4" presStyleCnt="5">
        <dgm:presLayoutVars>
          <dgm:bulletEnabled val="1"/>
        </dgm:presLayoutVars>
      </dgm:prSet>
      <dgm:spPr/>
    </dgm:pt>
    <dgm:pt modelId="{E134ADD4-DBBA-4D77-83C7-A6A9FF80F3A4}" type="pres">
      <dgm:prSet presAssocID="{662CEF59-E3BF-4CF4-8D5D-45B63C97B1BD}" presName="FiveNodes_2_text" presStyleLbl="node1" presStyleIdx="4" presStyleCnt="5">
        <dgm:presLayoutVars>
          <dgm:bulletEnabled val="1"/>
        </dgm:presLayoutVars>
      </dgm:prSet>
      <dgm:spPr/>
    </dgm:pt>
    <dgm:pt modelId="{A9F9C944-BEFE-4873-B170-D687A6441330}" type="pres">
      <dgm:prSet presAssocID="{662CEF59-E3BF-4CF4-8D5D-45B63C97B1BD}" presName="FiveNodes_3_text" presStyleLbl="node1" presStyleIdx="4" presStyleCnt="5">
        <dgm:presLayoutVars>
          <dgm:bulletEnabled val="1"/>
        </dgm:presLayoutVars>
      </dgm:prSet>
      <dgm:spPr/>
    </dgm:pt>
    <dgm:pt modelId="{0C78A424-AC45-4086-BAD9-FC25A2BCF95B}" type="pres">
      <dgm:prSet presAssocID="{662CEF59-E3BF-4CF4-8D5D-45B63C97B1BD}" presName="FiveNodes_4_text" presStyleLbl="node1" presStyleIdx="4" presStyleCnt="5">
        <dgm:presLayoutVars>
          <dgm:bulletEnabled val="1"/>
        </dgm:presLayoutVars>
      </dgm:prSet>
      <dgm:spPr/>
    </dgm:pt>
    <dgm:pt modelId="{64813C8F-AC4A-4548-8B51-15CDCBF16596}" type="pres">
      <dgm:prSet presAssocID="{662CEF59-E3BF-4CF4-8D5D-45B63C97B1BD}" presName="FiveNodes_5_text" presStyleLbl="node1" presStyleIdx="4" presStyleCnt="5">
        <dgm:presLayoutVars>
          <dgm:bulletEnabled val="1"/>
        </dgm:presLayoutVars>
      </dgm:prSet>
      <dgm:spPr/>
    </dgm:pt>
  </dgm:ptLst>
  <dgm:cxnLst>
    <dgm:cxn modelId="{62C40101-1868-48CD-B689-69A9696B079B}" type="presOf" srcId="{82C33C37-AA76-43F6-B098-7E76D8737106}" destId="{61B47F07-B677-4AF5-9968-D922C6951EC1}" srcOrd="0" destOrd="0" presId="urn:microsoft.com/office/officeart/2005/8/layout/vProcess5"/>
    <dgm:cxn modelId="{B4B88D19-F746-4E96-8B5F-37A51DE708F2}" type="presOf" srcId="{17DAA16A-601B-4D6A-91B8-07D08BDB09C3}" destId="{E134ADD4-DBBA-4D77-83C7-A6A9FF80F3A4}" srcOrd="1" destOrd="0" presId="urn:microsoft.com/office/officeart/2005/8/layout/vProcess5"/>
    <dgm:cxn modelId="{C086BB19-6B8A-499A-AF81-9D88F5DB0842}" type="presOf" srcId="{107AC0DD-F63C-4FD2-BAAB-79A3396B3436}" destId="{8E649F60-47D3-409D-B54C-9A3971BD4D24}" srcOrd="0" destOrd="0" presId="urn:microsoft.com/office/officeart/2005/8/layout/vProcess5"/>
    <dgm:cxn modelId="{32A86727-3718-4CE8-9222-7F7A0D03439B}" type="presOf" srcId="{662CEF59-E3BF-4CF4-8D5D-45B63C97B1BD}" destId="{EEC93747-3338-4433-98A0-443C18FCA287}" srcOrd="0" destOrd="0" presId="urn:microsoft.com/office/officeart/2005/8/layout/vProcess5"/>
    <dgm:cxn modelId="{ECC91E2E-45C4-4E25-928D-9B7A8F4C1282}" type="presOf" srcId="{107AC0DD-F63C-4FD2-BAAB-79A3396B3436}" destId="{64813C8F-AC4A-4548-8B51-15CDCBF16596}" srcOrd="1" destOrd="0" presId="urn:microsoft.com/office/officeart/2005/8/layout/vProcess5"/>
    <dgm:cxn modelId="{FFB4F336-6A2C-4AE2-A2E8-7024B450B5DD}" type="presOf" srcId="{0F21C54F-8F6A-4102-8FF0-A09C4867B7D8}" destId="{08326110-6B77-4CF4-BE00-897327460686}" srcOrd="0" destOrd="0" presId="urn:microsoft.com/office/officeart/2005/8/layout/vProcess5"/>
    <dgm:cxn modelId="{C94E0D65-A9A5-4277-A47B-125E78845699}" type="presOf" srcId="{6A9B7225-B080-4321-AFA9-6F0D34854859}" destId="{00EAAE36-BDA4-4F8C-A818-C1E543CD0296}" srcOrd="0" destOrd="0" presId="urn:microsoft.com/office/officeart/2005/8/layout/vProcess5"/>
    <dgm:cxn modelId="{1E58B348-BE19-4F94-981D-211363AC1AD8}" srcId="{662CEF59-E3BF-4CF4-8D5D-45B63C97B1BD}" destId="{17DAA16A-601B-4D6A-91B8-07D08BDB09C3}" srcOrd="1" destOrd="0" parTransId="{C3F47153-1EFD-412C-B929-4A091DCB05C4}" sibTransId="{0F21C54F-8F6A-4102-8FF0-A09C4867B7D8}"/>
    <dgm:cxn modelId="{A579DC4E-6878-47CF-B378-F3DC308C0541}" type="presOf" srcId="{49D7DC4F-BF6E-4728-854F-7AA6C943C808}" destId="{D1ED7CF5-0732-4E37-BE9F-4BE16F70DBDF}" srcOrd="0" destOrd="0" presId="urn:microsoft.com/office/officeart/2005/8/layout/vProcess5"/>
    <dgm:cxn modelId="{8F21F356-8BA7-4D7E-A4E6-E7F14D01E299}" type="presOf" srcId="{88AA3A9F-7A15-4CA0-B682-1DF938C4151E}" destId="{8474A708-541C-40F0-8601-EDCBEF2B5AE0}" srcOrd="0" destOrd="0" presId="urn:microsoft.com/office/officeart/2005/8/layout/vProcess5"/>
    <dgm:cxn modelId="{727BD07C-9399-4068-9026-619DE5F5BCA2}" type="presOf" srcId="{49D7DC4F-BF6E-4728-854F-7AA6C943C808}" destId="{0C78A424-AC45-4086-BAD9-FC25A2BCF95B}" srcOrd="1" destOrd="0" presId="urn:microsoft.com/office/officeart/2005/8/layout/vProcess5"/>
    <dgm:cxn modelId="{32465384-0364-4874-A82B-CFC6D5F8CAFE}" srcId="{662CEF59-E3BF-4CF4-8D5D-45B63C97B1BD}" destId="{9D08C8EC-9D29-471E-B0D4-2D0E9FC461A1}" srcOrd="2" destOrd="0" parTransId="{BDC713AB-E6CB-4218-82CA-EDB0E30134CD}" sibTransId="{B4EF1627-93FA-4732-B990-6D3F4C7B95D4}"/>
    <dgm:cxn modelId="{59E3FFAA-EFDC-4570-83AC-DB85AA80DC32}" type="presOf" srcId="{9D08C8EC-9D29-471E-B0D4-2D0E9FC461A1}" destId="{A9F9C944-BEFE-4873-B170-D687A6441330}" srcOrd="1" destOrd="0" presId="urn:microsoft.com/office/officeart/2005/8/layout/vProcess5"/>
    <dgm:cxn modelId="{4B6BC6B5-E309-42E1-9C31-AFACD1CCE553}" type="presOf" srcId="{9D08C8EC-9D29-471E-B0D4-2D0E9FC461A1}" destId="{BD58829B-D746-488C-82BF-73B34B07289B}" srcOrd="0" destOrd="0" presId="urn:microsoft.com/office/officeart/2005/8/layout/vProcess5"/>
    <dgm:cxn modelId="{A6CC27BD-ACAA-4945-8C2A-0A0C3E326FA6}" type="presOf" srcId="{17DAA16A-601B-4D6A-91B8-07D08BDB09C3}" destId="{CF586A0E-38AB-4BD2-A929-E3A3290A26ED}" srcOrd="0" destOrd="0" presId="urn:microsoft.com/office/officeart/2005/8/layout/vProcess5"/>
    <dgm:cxn modelId="{6ED351C4-95CF-49D8-872C-17D06076CD92}" srcId="{662CEF59-E3BF-4CF4-8D5D-45B63C97B1BD}" destId="{49D7DC4F-BF6E-4728-854F-7AA6C943C808}" srcOrd="3" destOrd="0" parTransId="{DD155DAF-4C03-4808-AD5A-986799F600EF}" sibTransId="{82C33C37-AA76-43F6-B098-7E76D8737106}"/>
    <dgm:cxn modelId="{3E6C28DC-786E-4547-98EA-DF70F6B4C1E7}" srcId="{662CEF59-E3BF-4CF4-8D5D-45B63C97B1BD}" destId="{107AC0DD-F63C-4FD2-BAAB-79A3396B3436}" srcOrd="4" destOrd="0" parTransId="{9E87C4ED-3E53-4D39-AB26-8EA1F849CE9D}" sibTransId="{1EB35721-5A4C-468F-A16F-BBDDD76983A6}"/>
    <dgm:cxn modelId="{CBF23BE3-3E94-4044-9199-23F7FDFCC3AF}" srcId="{662CEF59-E3BF-4CF4-8D5D-45B63C97B1BD}" destId="{88AA3A9F-7A15-4CA0-B682-1DF938C4151E}" srcOrd="0" destOrd="0" parTransId="{5AEF2C33-0A10-4EA2-8463-184C1A75BF6D}" sibTransId="{6A9B7225-B080-4321-AFA9-6F0D34854859}"/>
    <dgm:cxn modelId="{07EFCDE3-5BA7-409F-95B2-C0B7C38605BA}" type="presOf" srcId="{B4EF1627-93FA-4732-B990-6D3F4C7B95D4}" destId="{1B8BB3FE-ABD1-41C7-934B-1905E308EBE8}" srcOrd="0" destOrd="0" presId="urn:microsoft.com/office/officeart/2005/8/layout/vProcess5"/>
    <dgm:cxn modelId="{D8F024F7-E3D8-442F-A370-BE6C375AE135}" type="presOf" srcId="{88AA3A9F-7A15-4CA0-B682-1DF938C4151E}" destId="{0F1D5193-D583-4E7D-950F-B5606152E625}" srcOrd="1" destOrd="0" presId="urn:microsoft.com/office/officeart/2005/8/layout/vProcess5"/>
    <dgm:cxn modelId="{E7F42389-D9CB-46D0-84D0-904790970D44}" type="presParOf" srcId="{EEC93747-3338-4433-98A0-443C18FCA287}" destId="{847919B9-1FE3-4D0F-AC1C-0D0CFB5E4794}" srcOrd="0" destOrd="0" presId="urn:microsoft.com/office/officeart/2005/8/layout/vProcess5"/>
    <dgm:cxn modelId="{F0B6725E-5AFB-410E-BEF0-08B86C8F5A2C}" type="presParOf" srcId="{EEC93747-3338-4433-98A0-443C18FCA287}" destId="{8474A708-541C-40F0-8601-EDCBEF2B5AE0}" srcOrd="1" destOrd="0" presId="urn:microsoft.com/office/officeart/2005/8/layout/vProcess5"/>
    <dgm:cxn modelId="{56DC1B3B-2F86-4A57-9DEA-A0870C812E72}" type="presParOf" srcId="{EEC93747-3338-4433-98A0-443C18FCA287}" destId="{CF586A0E-38AB-4BD2-A929-E3A3290A26ED}" srcOrd="2" destOrd="0" presId="urn:microsoft.com/office/officeart/2005/8/layout/vProcess5"/>
    <dgm:cxn modelId="{76BDE161-78B2-4D1D-B2B3-A77B67A14855}" type="presParOf" srcId="{EEC93747-3338-4433-98A0-443C18FCA287}" destId="{BD58829B-D746-488C-82BF-73B34B07289B}" srcOrd="3" destOrd="0" presId="urn:microsoft.com/office/officeart/2005/8/layout/vProcess5"/>
    <dgm:cxn modelId="{49008051-0625-4878-8969-1E907753EA6E}" type="presParOf" srcId="{EEC93747-3338-4433-98A0-443C18FCA287}" destId="{D1ED7CF5-0732-4E37-BE9F-4BE16F70DBDF}" srcOrd="4" destOrd="0" presId="urn:microsoft.com/office/officeart/2005/8/layout/vProcess5"/>
    <dgm:cxn modelId="{AFB92CD4-55FE-4DE6-B3E7-D7A270D7AD36}" type="presParOf" srcId="{EEC93747-3338-4433-98A0-443C18FCA287}" destId="{8E649F60-47D3-409D-B54C-9A3971BD4D24}" srcOrd="5" destOrd="0" presId="urn:microsoft.com/office/officeart/2005/8/layout/vProcess5"/>
    <dgm:cxn modelId="{192C8F86-4572-4D3F-85CF-E6CD3E78C17F}" type="presParOf" srcId="{EEC93747-3338-4433-98A0-443C18FCA287}" destId="{00EAAE36-BDA4-4F8C-A818-C1E543CD0296}" srcOrd="6" destOrd="0" presId="urn:microsoft.com/office/officeart/2005/8/layout/vProcess5"/>
    <dgm:cxn modelId="{F539B98A-8AA6-49EE-B958-B33D6DE9902C}" type="presParOf" srcId="{EEC93747-3338-4433-98A0-443C18FCA287}" destId="{08326110-6B77-4CF4-BE00-897327460686}" srcOrd="7" destOrd="0" presId="urn:microsoft.com/office/officeart/2005/8/layout/vProcess5"/>
    <dgm:cxn modelId="{607119BE-BF34-48DD-A229-31BAB3CA597B}" type="presParOf" srcId="{EEC93747-3338-4433-98A0-443C18FCA287}" destId="{1B8BB3FE-ABD1-41C7-934B-1905E308EBE8}" srcOrd="8" destOrd="0" presId="urn:microsoft.com/office/officeart/2005/8/layout/vProcess5"/>
    <dgm:cxn modelId="{E4E8BE55-CFA0-4EB1-8914-557DDFCF0D25}" type="presParOf" srcId="{EEC93747-3338-4433-98A0-443C18FCA287}" destId="{61B47F07-B677-4AF5-9968-D922C6951EC1}" srcOrd="9" destOrd="0" presId="urn:microsoft.com/office/officeart/2005/8/layout/vProcess5"/>
    <dgm:cxn modelId="{B7F1A7D5-C13B-4266-AEBC-71D3A8ED2D82}" type="presParOf" srcId="{EEC93747-3338-4433-98A0-443C18FCA287}" destId="{0F1D5193-D583-4E7D-950F-B5606152E625}" srcOrd="10" destOrd="0" presId="urn:microsoft.com/office/officeart/2005/8/layout/vProcess5"/>
    <dgm:cxn modelId="{383E0429-9490-4442-8008-48E89A9EF356}" type="presParOf" srcId="{EEC93747-3338-4433-98A0-443C18FCA287}" destId="{E134ADD4-DBBA-4D77-83C7-A6A9FF80F3A4}" srcOrd="11" destOrd="0" presId="urn:microsoft.com/office/officeart/2005/8/layout/vProcess5"/>
    <dgm:cxn modelId="{CA4AF1C4-9984-4C86-B322-83F95C7A7014}" type="presParOf" srcId="{EEC93747-3338-4433-98A0-443C18FCA287}" destId="{A9F9C944-BEFE-4873-B170-D687A6441330}" srcOrd="12" destOrd="0" presId="urn:microsoft.com/office/officeart/2005/8/layout/vProcess5"/>
    <dgm:cxn modelId="{C7F92D4E-7741-4CA9-A288-3B0FBD9A0912}" type="presParOf" srcId="{EEC93747-3338-4433-98A0-443C18FCA287}" destId="{0C78A424-AC45-4086-BAD9-FC25A2BCF95B}" srcOrd="13" destOrd="0" presId="urn:microsoft.com/office/officeart/2005/8/layout/vProcess5"/>
    <dgm:cxn modelId="{88EC272E-91CB-477D-8F2A-E83752D4D9F5}" type="presParOf" srcId="{EEC93747-3338-4433-98A0-443C18FCA287}" destId="{64813C8F-AC4A-4548-8B51-15CDCBF16596}"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775CD1-0337-4C98-A59E-3829385D346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6FCB9A5-6D33-45AD-90F9-E1E653FDE5DE}">
      <dgm:prSet/>
      <dgm:spPr/>
      <dgm:t>
        <a:bodyPr/>
        <a:lstStyle/>
        <a:p>
          <a:r>
            <a:rPr lang="en-US" i="1"/>
            <a:t>Type. Save. Refresh. Observe.</a:t>
          </a:r>
          <a:endParaRPr lang="en-US"/>
        </a:p>
      </dgm:t>
    </dgm:pt>
    <dgm:pt modelId="{9DD4206C-52D0-464C-8BA4-A573937B8BF8}" type="parTrans" cxnId="{9D4C00A3-8A9E-4BC4-98EA-D267FBBC98B3}">
      <dgm:prSet/>
      <dgm:spPr/>
      <dgm:t>
        <a:bodyPr/>
        <a:lstStyle/>
        <a:p>
          <a:endParaRPr lang="en-US"/>
        </a:p>
      </dgm:t>
    </dgm:pt>
    <dgm:pt modelId="{B04216C7-2750-466E-A64B-63E57C16D160}" type="sibTrans" cxnId="{9D4C00A3-8A9E-4BC4-98EA-D267FBBC98B3}">
      <dgm:prSet/>
      <dgm:spPr/>
      <dgm:t>
        <a:bodyPr/>
        <a:lstStyle/>
        <a:p>
          <a:endParaRPr lang="en-US"/>
        </a:p>
      </dgm:t>
    </dgm:pt>
    <dgm:pt modelId="{096DF70A-8DFD-40A1-98F0-478938F06B55}">
      <dgm:prSet/>
      <dgm:spPr/>
      <dgm:t>
        <a:bodyPr/>
        <a:lstStyle/>
        <a:p>
          <a:r>
            <a:rPr lang="en-US"/>
            <a:t>- Type the structure.</a:t>
          </a:r>
        </a:p>
      </dgm:t>
    </dgm:pt>
    <dgm:pt modelId="{A78C3BD5-F829-4F2E-9B5B-BD616B371B80}" type="parTrans" cxnId="{12235C44-3F7F-46D5-A487-612216AC77D1}">
      <dgm:prSet/>
      <dgm:spPr/>
      <dgm:t>
        <a:bodyPr/>
        <a:lstStyle/>
        <a:p>
          <a:endParaRPr lang="en-US"/>
        </a:p>
      </dgm:t>
    </dgm:pt>
    <dgm:pt modelId="{001810F4-F530-4E16-B35F-21F7C73B1A8D}" type="sibTrans" cxnId="{12235C44-3F7F-46D5-A487-612216AC77D1}">
      <dgm:prSet/>
      <dgm:spPr/>
      <dgm:t>
        <a:bodyPr/>
        <a:lstStyle/>
        <a:p>
          <a:endParaRPr lang="en-US"/>
        </a:p>
      </dgm:t>
    </dgm:pt>
    <dgm:pt modelId="{9682E954-882D-407C-92E3-ABAC916537A7}">
      <dgm:prSet/>
      <dgm:spPr/>
      <dgm:t>
        <a:bodyPr/>
        <a:lstStyle/>
        <a:p>
          <a:r>
            <a:rPr lang="en-US"/>
            <a:t>- Save the file.</a:t>
          </a:r>
        </a:p>
      </dgm:t>
    </dgm:pt>
    <dgm:pt modelId="{E2553ED7-73DE-4757-B2D4-C59F84931BA8}" type="parTrans" cxnId="{0059942F-89BB-4237-AB2E-2E5BA9994E46}">
      <dgm:prSet/>
      <dgm:spPr/>
      <dgm:t>
        <a:bodyPr/>
        <a:lstStyle/>
        <a:p>
          <a:endParaRPr lang="en-US"/>
        </a:p>
      </dgm:t>
    </dgm:pt>
    <dgm:pt modelId="{FC996EAA-AAE1-453F-B7DD-EFE93F080580}" type="sibTrans" cxnId="{0059942F-89BB-4237-AB2E-2E5BA9994E46}">
      <dgm:prSet/>
      <dgm:spPr/>
      <dgm:t>
        <a:bodyPr/>
        <a:lstStyle/>
        <a:p>
          <a:endParaRPr lang="en-US"/>
        </a:p>
      </dgm:t>
    </dgm:pt>
    <dgm:pt modelId="{548CF551-4478-4821-B762-A2EA8E8415D4}">
      <dgm:prSet/>
      <dgm:spPr/>
      <dgm:t>
        <a:bodyPr/>
        <a:lstStyle/>
        <a:p>
          <a:r>
            <a:rPr lang="en-US"/>
            <a:t>- Open or refresh the browser.</a:t>
          </a:r>
        </a:p>
      </dgm:t>
    </dgm:pt>
    <dgm:pt modelId="{AA48E10B-91D6-442C-80A5-6560BB1A1AF9}" type="parTrans" cxnId="{F957300B-CC44-4727-9FFC-8FBF389CBE41}">
      <dgm:prSet/>
      <dgm:spPr/>
      <dgm:t>
        <a:bodyPr/>
        <a:lstStyle/>
        <a:p>
          <a:endParaRPr lang="en-US"/>
        </a:p>
      </dgm:t>
    </dgm:pt>
    <dgm:pt modelId="{5070A779-32D2-4D9D-AEC3-167A82BB483C}" type="sibTrans" cxnId="{F957300B-CC44-4727-9FFC-8FBF389CBE41}">
      <dgm:prSet/>
      <dgm:spPr/>
      <dgm:t>
        <a:bodyPr/>
        <a:lstStyle/>
        <a:p>
          <a:endParaRPr lang="en-US"/>
        </a:p>
      </dgm:t>
    </dgm:pt>
    <dgm:pt modelId="{7097FE97-F275-4B6D-AD19-48417EA5F52A}">
      <dgm:prSet/>
      <dgm:spPr/>
      <dgm:t>
        <a:bodyPr/>
        <a:lstStyle/>
        <a:p>
          <a:r>
            <a:rPr lang="en-US"/>
            <a:t>- Change one line and confirm the browser updates.</a:t>
          </a:r>
        </a:p>
      </dgm:t>
    </dgm:pt>
    <dgm:pt modelId="{55013BD2-210A-4B97-BCB8-00509931E7EF}" type="parTrans" cxnId="{CF8E77D2-CC3F-4DBC-A946-80275A4D76D1}">
      <dgm:prSet/>
      <dgm:spPr/>
      <dgm:t>
        <a:bodyPr/>
        <a:lstStyle/>
        <a:p>
          <a:endParaRPr lang="en-US"/>
        </a:p>
      </dgm:t>
    </dgm:pt>
    <dgm:pt modelId="{9D88CA86-ADD8-435E-AB23-CB835C25CE95}" type="sibTrans" cxnId="{CF8E77D2-CC3F-4DBC-A946-80275A4D76D1}">
      <dgm:prSet/>
      <dgm:spPr/>
      <dgm:t>
        <a:bodyPr/>
        <a:lstStyle/>
        <a:p>
          <a:endParaRPr lang="en-US"/>
        </a:p>
      </dgm:t>
    </dgm:pt>
    <dgm:pt modelId="{BF0BA3B4-9580-4C63-80C7-E2EFDA60D965}" type="pres">
      <dgm:prSet presAssocID="{44775CD1-0337-4C98-A59E-3829385D346B}" presName="root" presStyleCnt="0">
        <dgm:presLayoutVars>
          <dgm:dir/>
          <dgm:resizeHandles val="exact"/>
        </dgm:presLayoutVars>
      </dgm:prSet>
      <dgm:spPr/>
    </dgm:pt>
    <dgm:pt modelId="{626452A9-3E37-4730-8428-15B0E35F69FD}" type="pres">
      <dgm:prSet presAssocID="{56FCB9A5-6D33-45AD-90F9-E1E653FDE5DE}" presName="compNode" presStyleCnt="0"/>
      <dgm:spPr/>
    </dgm:pt>
    <dgm:pt modelId="{AEBAB2C8-A54F-418C-AD90-8DA3FD4BCA92}" type="pres">
      <dgm:prSet presAssocID="{56FCB9A5-6D33-45AD-90F9-E1E653FDE5DE}" presName="bgRect" presStyleLbl="bgShp" presStyleIdx="0" presStyleCnt="5"/>
      <dgm:spPr/>
    </dgm:pt>
    <dgm:pt modelId="{EF457F94-4EE7-421B-814B-8310004A7CEA}" type="pres">
      <dgm:prSet presAssocID="{56FCB9A5-6D33-45AD-90F9-E1E653FDE5D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rrow Circle"/>
        </a:ext>
      </dgm:extLst>
    </dgm:pt>
    <dgm:pt modelId="{F47E3E36-8D78-482F-AC27-50461F846578}" type="pres">
      <dgm:prSet presAssocID="{56FCB9A5-6D33-45AD-90F9-E1E653FDE5DE}" presName="spaceRect" presStyleCnt="0"/>
      <dgm:spPr/>
    </dgm:pt>
    <dgm:pt modelId="{6A13B179-B1D5-4E1D-BE28-FC92E86F0571}" type="pres">
      <dgm:prSet presAssocID="{56FCB9A5-6D33-45AD-90F9-E1E653FDE5DE}" presName="parTx" presStyleLbl="revTx" presStyleIdx="0" presStyleCnt="5">
        <dgm:presLayoutVars>
          <dgm:chMax val="0"/>
          <dgm:chPref val="0"/>
        </dgm:presLayoutVars>
      </dgm:prSet>
      <dgm:spPr/>
    </dgm:pt>
    <dgm:pt modelId="{070A842C-85C8-459B-8212-9050112BA28E}" type="pres">
      <dgm:prSet presAssocID="{B04216C7-2750-466E-A64B-63E57C16D160}" presName="sibTrans" presStyleCnt="0"/>
      <dgm:spPr/>
    </dgm:pt>
    <dgm:pt modelId="{D4C640A3-A9FD-48ED-B79D-F0AC72143596}" type="pres">
      <dgm:prSet presAssocID="{096DF70A-8DFD-40A1-98F0-478938F06B55}" presName="compNode" presStyleCnt="0"/>
      <dgm:spPr/>
    </dgm:pt>
    <dgm:pt modelId="{21257E33-0219-419C-800E-A911E4A9D1D0}" type="pres">
      <dgm:prSet presAssocID="{096DF70A-8DFD-40A1-98F0-478938F06B55}" presName="bgRect" presStyleLbl="bgShp" presStyleIdx="1" presStyleCnt="5"/>
      <dgm:spPr/>
    </dgm:pt>
    <dgm:pt modelId="{2A147F68-0B22-4F53-B33C-FE2947E0217D}" type="pres">
      <dgm:prSet presAssocID="{096DF70A-8DFD-40A1-98F0-478938F06B55}"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CA1F53E0-6CF0-4C77-8F9D-071C70790D8A}" type="pres">
      <dgm:prSet presAssocID="{096DF70A-8DFD-40A1-98F0-478938F06B55}" presName="spaceRect" presStyleCnt="0"/>
      <dgm:spPr/>
    </dgm:pt>
    <dgm:pt modelId="{DC7330A9-1A64-42FB-9A60-E1F6C6EDE964}" type="pres">
      <dgm:prSet presAssocID="{096DF70A-8DFD-40A1-98F0-478938F06B55}" presName="parTx" presStyleLbl="revTx" presStyleIdx="1" presStyleCnt="5">
        <dgm:presLayoutVars>
          <dgm:chMax val="0"/>
          <dgm:chPref val="0"/>
        </dgm:presLayoutVars>
      </dgm:prSet>
      <dgm:spPr/>
    </dgm:pt>
    <dgm:pt modelId="{9DD3FCBC-B1E7-4848-90ED-F48A17C5DF91}" type="pres">
      <dgm:prSet presAssocID="{001810F4-F530-4E16-B35F-21F7C73B1A8D}" presName="sibTrans" presStyleCnt="0"/>
      <dgm:spPr/>
    </dgm:pt>
    <dgm:pt modelId="{7D02E0D8-C65D-4025-972F-F82C0983B1FB}" type="pres">
      <dgm:prSet presAssocID="{9682E954-882D-407C-92E3-ABAC916537A7}" presName="compNode" presStyleCnt="0"/>
      <dgm:spPr/>
    </dgm:pt>
    <dgm:pt modelId="{70A6148C-43C2-4F8B-AC6F-783C956A9ED3}" type="pres">
      <dgm:prSet presAssocID="{9682E954-882D-407C-92E3-ABAC916537A7}" presName="bgRect" presStyleLbl="bgShp" presStyleIdx="2" presStyleCnt="5"/>
      <dgm:spPr/>
    </dgm:pt>
    <dgm:pt modelId="{6B1CFA7B-AF57-423D-906A-AC1F63FD82BD}" type="pres">
      <dgm:prSet presAssocID="{9682E954-882D-407C-92E3-ABAC916537A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wnload"/>
        </a:ext>
      </dgm:extLst>
    </dgm:pt>
    <dgm:pt modelId="{109FF293-BE94-45EF-B219-C586019C562C}" type="pres">
      <dgm:prSet presAssocID="{9682E954-882D-407C-92E3-ABAC916537A7}" presName="spaceRect" presStyleCnt="0"/>
      <dgm:spPr/>
    </dgm:pt>
    <dgm:pt modelId="{7AD3372A-E1B9-485A-A504-2F4AB3AA7FC9}" type="pres">
      <dgm:prSet presAssocID="{9682E954-882D-407C-92E3-ABAC916537A7}" presName="parTx" presStyleLbl="revTx" presStyleIdx="2" presStyleCnt="5">
        <dgm:presLayoutVars>
          <dgm:chMax val="0"/>
          <dgm:chPref val="0"/>
        </dgm:presLayoutVars>
      </dgm:prSet>
      <dgm:spPr/>
    </dgm:pt>
    <dgm:pt modelId="{A5075743-23F4-472E-9195-6DA5F9CD61B0}" type="pres">
      <dgm:prSet presAssocID="{FC996EAA-AAE1-453F-B7DD-EFE93F080580}" presName="sibTrans" presStyleCnt="0"/>
      <dgm:spPr/>
    </dgm:pt>
    <dgm:pt modelId="{85C1218D-26EE-4844-AE97-E4D8814DB451}" type="pres">
      <dgm:prSet presAssocID="{548CF551-4478-4821-B762-A2EA8E8415D4}" presName="compNode" presStyleCnt="0"/>
      <dgm:spPr/>
    </dgm:pt>
    <dgm:pt modelId="{9ACACBC9-560B-47CC-9CE5-2ADC98CBC78B}" type="pres">
      <dgm:prSet presAssocID="{548CF551-4478-4821-B762-A2EA8E8415D4}" presName="bgRect" presStyleLbl="bgShp" presStyleIdx="3" presStyleCnt="5"/>
      <dgm:spPr/>
    </dgm:pt>
    <dgm:pt modelId="{0178B8B2-0C6A-4A19-AEB1-F2A2815BC95C}" type="pres">
      <dgm:prSet presAssocID="{548CF551-4478-4821-B762-A2EA8E8415D4}"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fresh"/>
        </a:ext>
      </dgm:extLst>
    </dgm:pt>
    <dgm:pt modelId="{965AC19B-8090-456D-BA75-D58BEB011E5D}" type="pres">
      <dgm:prSet presAssocID="{548CF551-4478-4821-B762-A2EA8E8415D4}" presName="spaceRect" presStyleCnt="0"/>
      <dgm:spPr/>
    </dgm:pt>
    <dgm:pt modelId="{794086DC-3692-46A8-9F53-02EB144B2AB3}" type="pres">
      <dgm:prSet presAssocID="{548CF551-4478-4821-B762-A2EA8E8415D4}" presName="parTx" presStyleLbl="revTx" presStyleIdx="3" presStyleCnt="5">
        <dgm:presLayoutVars>
          <dgm:chMax val="0"/>
          <dgm:chPref val="0"/>
        </dgm:presLayoutVars>
      </dgm:prSet>
      <dgm:spPr/>
    </dgm:pt>
    <dgm:pt modelId="{36DBBFEB-3C42-47EA-B178-0CAEC92B364D}" type="pres">
      <dgm:prSet presAssocID="{5070A779-32D2-4D9D-AEC3-167A82BB483C}" presName="sibTrans" presStyleCnt="0"/>
      <dgm:spPr/>
    </dgm:pt>
    <dgm:pt modelId="{0774FD21-CAD3-4946-9864-7E8855017335}" type="pres">
      <dgm:prSet presAssocID="{7097FE97-F275-4B6D-AD19-48417EA5F52A}" presName="compNode" presStyleCnt="0"/>
      <dgm:spPr/>
    </dgm:pt>
    <dgm:pt modelId="{DD967BC0-20B6-470F-965E-C18704B1E2A9}" type="pres">
      <dgm:prSet presAssocID="{7097FE97-F275-4B6D-AD19-48417EA5F52A}" presName="bgRect" presStyleLbl="bgShp" presStyleIdx="4" presStyleCnt="5"/>
      <dgm:spPr/>
    </dgm:pt>
    <dgm:pt modelId="{3F6BB661-303E-4FF1-9114-BAD6B6334F8D}" type="pres">
      <dgm:prSet presAssocID="{7097FE97-F275-4B6D-AD19-48417EA5F52A}"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rowser Window"/>
        </a:ext>
      </dgm:extLst>
    </dgm:pt>
    <dgm:pt modelId="{35B10C99-A04E-4C3C-8664-4BE7BDC26911}" type="pres">
      <dgm:prSet presAssocID="{7097FE97-F275-4B6D-AD19-48417EA5F52A}" presName="spaceRect" presStyleCnt="0"/>
      <dgm:spPr/>
    </dgm:pt>
    <dgm:pt modelId="{22A3F625-5F1B-45E6-92F6-8ADFF930E82A}" type="pres">
      <dgm:prSet presAssocID="{7097FE97-F275-4B6D-AD19-48417EA5F52A}" presName="parTx" presStyleLbl="revTx" presStyleIdx="4" presStyleCnt="5">
        <dgm:presLayoutVars>
          <dgm:chMax val="0"/>
          <dgm:chPref val="0"/>
        </dgm:presLayoutVars>
      </dgm:prSet>
      <dgm:spPr/>
    </dgm:pt>
  </dgm:ptLst>
  <dgm:cxnLst>
    <dgm:cxn modelId="{F957300B-CC44-4727-9FFC-8FBF389CBE41}" srcId="{44775CD1-0337-4C98-A59E-3829385D346B}" destId="{548CF551-4478-4821-B762-A2EA8E8415D4}" srcOrd="3" destOrd="0" parTransId="{AA48E10B-91D6-442C-80A5-6560BB1A1AF9}" sibTransId="{5070A779-32D2-4D9D-AEC3-167A82BB483C}"/>
    <dgm:cxn modelId="{58B6E227-6127-4014-B23E-AA6756E067DE}" type="presOf" srcId="{096DF70A-8DFD-40A1-98F0-478938F06B55}" destId="{DC7330A9-1A64-42FB-9A60-E1F6C6EDE964}" srcOrd="0" destOrd="0" presId="urn:microsoft.com/office/officeart/2018/2/layout/IconVerticalSolidList"/>
    <dgm:cxn modelId="{0059942F-89BB-4237-AB2E-2E5BA9994E46}" srcId="{44775CD1-0337-4C98-A59E-3829385D346B}" destId="{9682E954-882D-407C-92E3-ABAC916537A7}" srcOrd="2" destOrd="0" parTransId="{E2553ED7-73DE-4757-B2D4-C59F84931BA8}" sibTransId="{FC996EAA-AAE1-453F-B7DD-EFE93F080580}"/>
    <dgm:cxn modelId="{12235C44-3F7F-46D5-A487-612216AC77D1}" srcId="{44775CD1-0337-4C98-A59E-3829385D346B}" destId="{096DF70A-8DFD-40A1-98F0-478938F06B55}" srcOrd="1" destOrd="0" parTransId="{A78C3BD5-F829-4F2E-9B5B-BD616B371B80}" sibTransId="{001810F4-F530-4E16-B35F-21F7C73B1A8D}"/>
    <dgm:cxn modelId="{82511567-069B-44FD-AF16-C3286B3CC50F}" type="presOf" srcId="{9682E954-882D-407C-92E3-ABAC916537A7}" destId="{7AD3372A-E1B9-485A-A504-2F4AB3AA7FC9}" srcOrd="0" destOrd="0" presId="urn:microsoft.com/office/officeart/2018/2/layout/IconVerticalSolidList"/>
    <dgm:cxn modelId="{D8860258-EFDD-4AB0-8A0B-86E7BFE06367}" type="presOf" srcId="{56FCB9A5-6D33-45AD-90F9-E1E653FDE5DE}" destId="{6A13B179-B1D5-4E1D-BE28-FC92E86F0571}" srcOrd="0" destOrd="0" presId="urn:microsoft.com/office/officeart/2018/2/layout/IconVerticalSolidList"/>
    <dgm:cxn modelId="{EB0FD48C-8569-4CF7-8AD8-EB4F3037CF69}" type="presOf" srcId="{44775CD1-0337-4C98-A59E-3829385D346B}" destId="{BF0BA3B4-9580-4C63-80C7-E2EFDA60D965}" srcOrd="0" destOrd="0" presId="urn:microsoft.com/office/officeart/2018/2/layout/IconVerticalSolidList"/>
    <dgm:cxn modelId="{787D6995-2A62-4F10-9646-14D4DE5BC916}" type="presOf" srcId="{548CF551-4478-4821-B762-A2EA8E8415D4}" destId="{794086DC-3692-46A8-9F53-02EB144B2AB3}" srcOrd="0" destOrd="0" presId="urn:microsoft.com/office/officeart/2018/2/layout/IconVerticalSolidList"/>
    <dgm:cxn modelId="{9D4C00A3-8A9E-4BC4-98EA-D267FBBC98B3}" srcId="{44775CD1-0337-4C98-A59E-3829385D346B}" destId="{56FCB9A5-6D33-45AD-90F9-E1E653FDE5DE}" srcOrd="0" destOrd="0" parTransId="{9DD4206C-52D0-464C-8BA4-A573937B8BF8}" sibTransId="{B04216C7-2750-466E-A64B-63E57C16D160}"/>
    <dgm:cxn modelId="{EC38C3C4-B547-44AA-B36A-48C84DDDB386}" type="presOf" srcId="{7097FE97-F275-4B6D-AD19-48417EA5F52A}" destId="{22A3F625-5F1B-45E6-92F6-8ADFF930E82A}" srcOrd="0" destOrd="0" presId="urn:microsoft.com/office/officeart/2018/2/layout/IconVerticalSolidList"/>
    <dgm:cxn modelId="{CF8E77D2-CC3F-4DBC-A946-80275A4D76D1}" srcId="{44775CD1-0337-4C98-A59E-3829385D346B}" destId="{7097FE97-F275-4B6D-AD19-48417EA5F52A}" srcOrd="4" destOrd="0" parTransId="{55013BD2-210A-4B97-BCB8-00509931E7EF}" sibTransId="{9D88CA86-ADD8-435E-AB23-CB835C25CE95}"/>
    <dgm:cxn modelId="{0A26D7B7-294D-48BC-ABF2-711C8A35D9E3}" type="presParOf" srcId="{BF0BA3B4-9580-4C63-80C7-E2EFDA60D965}" destId="{626452A9-3E37-4730-8428-15B0E35F69FD}" srcOrd="0" destOrd="0" presId="urn:microsoft.com/office/officeart/2018/2/layout/IconVerticalSolidList"/>
    <dgm:cxn modelId="{45656FA1-CADB-4522-B9E4-B61E54B46E20}" type="presParOf" srcId="{626452A9-3E37-4730-8428-15B0E35F69FD}" destId="{AEBAB2C8-A54F-418C-AD90-8DA3FD4BCA92}" srcOrd="0" destOrd="0" presId="urn:microsoft.com/office/officeart/2018/2/layout/IconVerticalSolidList"/>
    <dgm:cxn modelId="{CFDAEF79-467C-45A3-BCD5-3E3AF8D0299A}" type="presParOf" srcId="{626452A9-3E37-4730-8428-15B0E35F69FD}" destId="{EF457F94-4EE7-421B-814B-8310004A7CEA}" srcOrd="1" destOrd="0" presId="urn:microsoft.com/office/officeart/2018/2/layout/IconVerticalSolidList"/>
    <dgm:cxn modelId="{7AE1D6D3-D489-48C5-9171-C0EA4DCFCB81}" type="presParOf" srcId="{626452A9-3E37-4730-8428-15B0E35F69FD}" destId="{F47E3E36-8D78-482F-AC27-50461F846578}" srcOrd="2" destOrd="0" presId="urn:microsoft.com/office/officeart/2018/2/layout/IconVerticalSolidList"/>
    <dgm:cxn modelId="{E3E87D1F-2BFC-46DF-9771-30E431B19210}" type="presParOf" srcId="{626452A9-3E37-4730-8428-15B0E35F69FD}" destId="{6A13B179-B1D5-4E1D-BE28-FC92E86F0571}" srcOrd="3" destOrd="0" presId="urn:microsoft.com/office/officeart/2018/2/layout/IconVerticalSolidList"/>
    <dgm:cxn modelId="{05C96090-6F6E-4C05-9DFE-851CE7A4FA2B}" type="presParOf" srcId="{BF0BA3B4-9580-4C63-80C7-E2EFDA60D965}" destId="{070A842C-85C8-459B-8212-9050112BA28E}" srcOrd="1" destOrd="0" presId="urn:microsoft.com/office/officeart/2018/2/layout/IconVerticalSolidList"/>
    <dgm:cxn modelId="{BF8EDCD7-B578-4066-8C78-D8419DCFC559}" type="presParOf" srcId="{BF0BA3B4-9580-4C63-80C7-E2EFDA60D965}" destId="{D4C640A3-A9FD-48ED-B79D-F0AC72143596}" srcOrd="2" destOrd="0" presId="urn:microsoft.com/office/officeart/2018/2/layout/IconVerticalSolidList"/>
    <dgm:cxn modelId="{499614DC-AA87-4B64-AE96-F472B54E9205}" type="presParOf" srcId="{D4C640A3-A9FD-48ED-B79D-F0AC72143596}" destId="{21257E33-0219-419C-800E-A911E4A9D1D0}" srcOrd="0" destOrd="0" presId="urn:microsoft.com/office/officeart/2018/2/layout/IconVerticalSolidList"/>
    <dgm:cxn modelId="{F3AF28A2-04EC-4609-94B3-0D77DA3BBDE7}" type="presParOf" srcId="{D4C640A3-A9FD-48ED-B79D-F0AC72143596}" destId="{2A147F68-0B22-4F53-B33C-FE2947E0217D}" srcOrd="1" destOrd="0" presId="urn:microsoft.com/office/officeart/2018/2/layout/IconVerticalSolidList"/>
    <dgm:cxn modelId="{A2A8FA16-FF9A-48DF-8187-779D3CFEA262}" type="presParOf" srcId="{D4C640A3-A9FD-48ED-B79D-F0AC72143596}" destId="{CA1F53E0-6CF0-4C77-8F9D-071C70790D8A}" srcOrd="2" destOrd="0" presId="urn:microsoft.com/office/officeart/2018/2/layout/IconVerticalSolidList"/>
    <dgm:cxn modelId="{6A67A0CB-0AB6-4FE8-95DC-FBD7DC49EE22}" type="presParOf" srcId="{D4C640A3-A9FD-48ED-B79D-F0AC72143596}" destId="{DC7330A9-1A64-42FB-9A60-E1F6C6EDE964}" srcOrd="3" destOrd="0" presId="urn:microsoft.com/office/officeart/2018/2/layout/IconVerticalSolidList"/>
    <dgm:cxn modelId="{0B8CE1F5-7A5E-4A2E-BFD7-8EA4624F98F5}" type="presParOf" srcId="{BF0BA3B4-9580-4C63-80C7-E2EFDA60D965}" destId="{9DD3FCBC-B1E7-4848-90ED-F48A17C5DF91}" srcOrd="3" destOrd="0" presId="urn:microsoft.com/office/officeart/2018/2/layout/IconVerticalSolidList"/>
    <dgm:cxn modelId="{BE532308-446A-4A44-9002-4C62BC998DC0}" type="presParOf" srcId="{BF0BA3B4-9580-4C63-80C7-E2EFDA60D965}" destId="{7D02E0D8-C65D-4025-972F-F82C0983B1FB}" srcOrd="4" destOrd="0" presId="urn:microsoft.com/office/officeart/2018/2/layout/IconVerticalSolidList"/>
    <dgm:cxn modelId="{C8EA337C-1182-4AC1-84E2-FAAD8EEA144B}" type="presParOf" srcId="{7D02E0D8-C65D-4025-972F-F82C0983B1FB}" destId="{70A6148C-43C2-4F8B-AC6F-783C956A9ED3}" srcOrd="0" destOrd="0" presId="urn:microsoft.com/office/officeart/2018/2/layout/IconVerticalSolidList"/>
    <dgm:cxn modelId="{9A8A3894-1E72-4C41-9A2E-DEC1C4848F3A}" type="presParOf" srcId="{7D02E0D8-C65D-4025-972F-F82C0983B1FB}" destId="{6B1CFA7B-AF57-423D-906A-AC1F63FD82BD}" srcOrd="1" destOrd="0" presId="urn:microsoft.com/office/officeart/2018/2/layout/IconVerticalSolidList"/>
    <dgm:cxn modelId="{F8359ADF-9D09-4D6F-AA3A-F6DFF9BBFE1D}" type="presParOf" srcId="{7D02E0D8-C65D-4025-972F-F82C0983B1FB}" destId="{109FF293-BE94-45EF-B219-C586019C562C}" srcOrd="2" destOrd="0" presId="urn:microsoft.com/office/officeart/2018/2/layout/IconVerticalSolidList"/>
    <dgm:cxn modelId="{9B7EE3D6-8E2C-4295-82EC-97A5B909F47E}" type="presParOf" srcId="{7D02E0D8-C65D-4025-972F-F82C0983B1FB}" destId="{7AD3372A-E1B9-485A-A504-2F4AB3AA7FC9}" srcOrd="3" destOrd="0" presId="urn:microsoft.com/office/officeart/2018/2/layout/IconVerticalSolidList"/>
    <dgm:cxn modelId="{E01C159B-36AF-452F-A588-1526118C7F9E}" type="presParOf" srcId="{BF0BA3B4-9580-4C63-80C7-E2EFDA60D965}" destId="{A5075743-23F4-472E-9195-6DA5F9CD61B0}" srcOrd="5" destOrd="0" presId="urn:microsoft.com/office/officeart/2018/2/layout/IconVerticalSolidList"/>
    <dgm:cxn modelId="{7BE00253-660F-4F8F-AEC3-DF3DEA9F3CF9}" type="presParOf" srcId="{BF0BA3B4-9580-4C63-80C7-E2EFDA60D965}" destId="{85C1218D-26EE-4844-AE97-E4D8814DB451}" srcOrd="6" destOrd="0" presId="urn:microsoft.com/office/officeart/2018/2/layout/IconVerticalSolidList"/>
    <dgm:cxn modelId="{B884642A-E6F5-4D02-818D-7F0A5F27B169}" type="presParOf" srcId="{85C1218D-26EE-4844-AE97-E4D8814DB451}" destId="{9ACACBC9-560B-47CC-9CE5-2ADC98CBC78B}" srcOrd="0" destOrd="0" presId="urn:microsoft.com/office/officeart/2018/2/layout/IconVerticalSolidList"/>
    <dgm:cxn modelId="{302C58ED-6986-4C02-8207-9B8733C12665}" type="presParOf" srcId="{85C1218D-26EE-4844-AE97-E4D8814DB451}" destId="{0178B8B2-0C6A-4A19-AEB1-F2A2815BC95C}" srcOrd="1" destOrd="0" presId="urn:microsoft.com/office/officeart/2018/2/layout/IconVerticalSolidList"/>
    <dgm:cxn modelId="{2DDE7BF5-0A09-471E-9C50-84B76BE8E6A3}" type="presParOf" srcId="{85C1218D-26EE-4844-AE97-E4D8814DB451}" destId="{965AC19B-8090-456D-BA75-D58BEB011E5D}" srcOrd="2" destOrd="0" presId="urn:microsoft.com/office/officeart/2018/2/layout/IconVerticalSolidList"/>
    <dgm:cxn modelId="{63C503E5-C0B5-47EB-97FE-B7EF4385A3DB}" type="presParOf" srcId="{85C1218D-26EE-4844-AE97-E4D8814DB451}" destId="{794086DC-3692-46A8-9F53-02EB144B2AB3}" srcOrd="3" destOrd="0" presId="urn:microsoft.com/office/officeart/2018/2/layout/IconVerticalSolidList"/>
    <dgm:cxn modelId="{8CD00F5E-4FCE-4281-BEE1-421581B69CAA}" type="presParOf" srcId="{BF0BA3B4-9580-4C63-80C7-E2EFDA60D965}" destId="{36DBBFEB-3C42-47EA-B178-0CAEC92B364D}" srcOrd="7" destOrd="0" presId="urn:microsoft.com/office/officeart/2018/2/layout/IconVerticalSolidList"/>
    <dgm:cxn modelId="{801FA5B2-DDA8-446A-93EB-5A626213E464}" type="presParOf" srcId="{BF0BA3B4-9580-4C63-80C7-E2EFDA60D965}" destId="{0774FD21-CAD3-4946-9864-7E8855017335}" srcOrd="8" destOrd="0" presId="urn:microsoft.com/office/officeart/2018/2/layout/IconVerticalSolidList"/>
    <dgm:cxn modelId="{2C4C7B26-7FD5-40D4-A441-A627BD241A25}" type="presParOf" srcId="{0774FD21-CAD3-4946-9864-7E8855017335}" destId="{DD967BC0-20B6-470F-965E-C18704B1E2A9}" srcOrd="0" destOrd="0" presId="urn:microsoft.com/office/officeart/2018/2/layout/IconVerticalSolidList"/>
    <dgm:cxn modelId="{ED91402E-D379-4A34-8832-1327933ACA10}" type="presParOf" srcId="{0774FD21-CAD3-4946-9864-7E8855017335}" destId="{3F6BB661-303E-4FF1-9114-BAD6B6334F8D}" srcOrd="1" destOrd="0" presId="urn:microsoft.com/office/officeart/2018/2/layout/IconVerticalSolidList"/>
    <dgm:cxn modelId="{00E6D1AD-28E4-4FEE-AA1A-F06DC214082E}" type="presParOf" srcId="{0774FD21-CAD3-4946-9864-7E8855017335}" destId="{35B10C99-A04E-4C3C-8664-4BE7BDC26911}" srcOrd="2" destOrd="0" presId="urn:microsoft.com/office/officeart/2018/2/layout/IconVerticalSolidList"/>
    <dgm:cxn modelId="{B3DCE703-4FEE-4756-A544-6CF9CAAE1EA1}" type="presParOf" srcId="{0774FD21-CAD3-4946-9864-7E8855017335}" destId="{22A3F625-5F1B-45E6-92F6-8ADFF930E82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4E899A-4745-4D99-8703-420E2BFFDA65}"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2D995CFF-3841-44CB-A72F-F74E302D40F2}">
      <dgm:prSet/>
      <dgm:spPr/>
      <dgm:t>
        <a:bodyPr/>
        <a:lstStyle/>
        <a:p>
          <a:r>
            <a:rPr lang="en-US" b="0" dirty="0"/>
            <a:t>Unsaved file</a:t>
          </a:r>
          <a:endParaRPr lang="en-US" dirty="0"/>
        </a:p>
      </dgm:t>
    </dgm:pt>
    <dgm:pt modelId="{7B2DEC3C-926A-4E9D-8537-C639E282BDFC}" type="parTrans" cxnId="{E5111FFB-3430-4683-8667-09E81644A8CC}">
      <dgm:prSet/>
      <dgm:spPr/>
      <dgm:t>
        <a:bodyPr/>
        <a:lstStyle/>
        <a:p>
          <a:endParaRPr lang="en-US"/>
        </a:p>
      </dgm:t>
    </dgm:pt>
    <dgm:pt modelId="{C6EA68A9-C316-47AD-8851-064A9AD4BA98}" type="sibTrans" cxnId="{E5111FFB-3430-4683-8667-09E81644A8CC}">
      <dgm:prSet/>
      <dgm:spPr/>
      <dgm:t>
        <a:bodyPr/>
        <a:lstStyle/>
        <a:p>
          <a:endParaRPr lang="en-US"/>
        </a:p>
      </dgm:t>
    </dgm:pt>
    <dgm:pt modelId="{A5F83666-248A-4652-B0A4-9BA5BC57D255}">
      <dgm:prSet/>
      <dgm:spPr/>
      <dgm:t>
        <a:bodyPr/>
        <a:lstStyle/>
        <a:p>
          <a:pPr>
            <a:buNone/>
          </a:pPr>
          <a:r>
            <a:rPr lang="en-US" b="0" dirty="0"/>
            <a:t>Wrong file name</a:t>
          </a:r>
        </a:p>
      </dgm:t>
    </dgm:pt>
    <dgm:pt modelId="{B8E2E57B-5E0F-4E8E-8EA3-620BBD2807E6}" type="parTrans" cxnId="{BBA59E84-1372-46E6-AC39-04F31E951F29}">
      <dgm:prSet/>
      <dgm:spPr/>
      <dgm:t>
        <a:bodyPr/>
        <a:lstStyle/>
        <a:p>
          <a:endParaRPr lang="en-US"/>
        </a:p>
      </dgm:t>
    </dgm:pt>
    <dgm:pt modelId="{7DF0A186-F04C-412D-9D01-F90ADB2014A0}" type="sibTrans" cxnId="{BBA59E84-1372-46E6-AC39-04F31E951F29}">
      <dgm:prSet/>
      <dgm:spPr/>
      <dgm:t>
        <a:bodyPr/>
        <a:lstStyle/>
        <a:p>
          <a:endParaRPr lang="en-US"/>
        </a:p>
      </dgm:t>
    </dgm:pt>
    <dgm:pt modelId="{A20BBB31-AD9D-4150-AD8F-5EAE1D6A255D}">
      <dgm:prSet/>
      <dgm:spPr/>
      <dgm:t>
        <a:bodyPr/>
        <a:lstStyle/>
        <a:p>
          <a:pPr>
            <a:buNone/>
          </a:pPr>
          <a:r>
            <a:rPr lang="en-US" b="0" dirty="0"/>
            <a:t>Broken tag pair</a:t>
          </a:r>
        </a:p>
      </dgm:t>
    </dgm:pt>
    <dgm:pt modelId="{F76292EF-1725-46E5-826C-5B1C9E35F640}" type="parTrans" cxnId="{A487BC6A-46C7-414B-9353-7361D2E48B99}">
      <dgm:prSet/>
      <dgm:spPr/>
      <dgm:t>
        <a:bodyPr/>
        <a:lstStyle/>
        <a:p>
          <a:endParaRPr lang="en-US"/>
        </a:p>
      </dgm:t>
    </dgm:pt>
    <dgm:pt modelId="{0A3AAE40-83B9-4EE6-8E6E-8CF485457EF0}" type="sibTrans" cxnId="{A487BC6A-46C7-414B-9353-7361D2E48B99}">
      <dgm:prSet/>
      <dgm:spPr/>
      <dgm:t>
        <a:bodyPr/>
        <a:lstStyle/>
        <a:p>
          <a:endParaRPr lang="en-US"/>
        </a:p>
      </dgm:t>
    </dgm:pt>
    <dgm:pt modelId="{574ED87C-3A1D-4D60-9B79-88F6FE2FD3E9}">
      <dgm:prSet/>
      <dgm:spPr/>
      <dgm:t>
        <a:bodyPr/>
        <a:lstStyle/>
        <a:p>
          <a:pPr>
            <a:buNone/>
          </a:pPr>
          <a:r>
            <a:rPr lang="en-US" b="0" dirty="0"/>
            <a:t>Expecting CSS</a:t>
          </a:r>
        </a:p>
      </dgm:t>
    </dgm:pt>
    <dgm:pt modelId="{DBA70DF4-466E-48A2-8398-8983351BBCB2}" type="parTrans" cxnId="{158C8869-A9B0-4ED3-8888-3EE3EA599750}">
      <dgm:prSet/>
      <dgm:spPr/>
      <dgm:t>
        <a:bodyPr/>
        <a:lstStyle/>
        <a:p>
          <a:endParaRPr lang="en-US"/>
        </a:p>
      </dgm:t>
    </dgm:pt>
    <dgm:pt modelId="{D3EA2834-4171-4F19-973D-0CC2FFD6F28C}" type="sibTrans" cxnId="{158C8869-A9B0-4ED3-8888-3EE3EA599750}">
      <dgm:prSet/>
      <dgm:spPr/>
      <dgm:t>
        <a:bodyPr/>
        <a:lstStyle/>
        <a:p>
          <a:endParaRPr lang="en-US"/>
        </a:p>
      </dgm:t>
    </dgm:pt>
    <dgm:pt modelId="{6888B119-6E9B-4174-AA29-443EF09F69E3}">
      <dgm:prSet custT="1"/>
      <dgm:spPr/>
      <dgm:t>
        <a:bodyPr/>
        <a:lstStyle/>
        <a:p>
          <a:pPr>
            <a:buNone/>
          </a:pPr>
          <a:r>
            <a:rPr lang="en-US" sz="1800" b="0" i="1" dirty="0"/>
            <a:t>“Fix one small thing, </a:t>
          </a:r>
          <a:br>
            <a:rPr lang="en-US" sz="1800" b="0" i="1" dirty="0"/>
          </a:br>
          <a:r>
            <a:rPr lang="en-US" sz="1800" b="0" i="1" dirty="0"/>
            <a:t>then refresh and check again.”</a:t>
          </a:r>
        </a:p>
      </dgm:t>
    </dgm:pt>
    <dgm:pt modelId="{D519F428-6D47-4FD8-9F78-2529F0B4C727}" type="parTrans" cxnId="{4FD20FD4-E89F-4795-B7A4-DEA9EFFEBF18}">
      <dgm:prSet/>
      <dgm:spPr/>
      <dgm:t>
        <a:bodyPr/>
        <a:lstStyle/>
        <a:p>
          <a:endParaRPr lang="en-US"/>
        </a:p>
      </dgm:t>
    </dgm:pt>
    <dgm:pt modelId="{AD8EC47E-B34B-4326-BEF1-CD63CD5479F4}" type="sibTrans" cxnId="{4FD20FD4-E89F-4795-B7A4-DEA9EFFEBF18}">
      <dgm:prSet/>
      <dgm:spPr/>
      <dgm:t>
        <a:bodyPr/>
        <a:lstStyle/>
        <a:p>
          <a:endParaRPr lang="en-US"/>
        </a:p>
      </dgm:t>
    </dgm:pt>
    <dgm:pt modelId="{14403591-D88D-4C90-9FC0-7AD6C8958F80}" type="pres">
      <dgm:prSet presAssocID="{D14E899A-4745-4D99-8703-420E2BFFDA65}" presName="linear" presStyleCnt="0">
        <dgm:presLayoutVars>
          <dgm:animLvl val="lvl"/>
          <dgm:resizeHandles val="exact"/>
        </dgm:presLayoutVars>
      </dgm:prSet>
      <dgm:spPr/>
    </dgm:pt>
    <dgm:pt modelId="{87EA05BC-42BE-4574-A0EC-DC5A3D344A6C}" type="pres">
      <dgm:prSet presAssocID="{2D995CFF-3841-44CB-A72F-F74E302D40F2}" presName="parentText" presStyleLbl="node1" presStyleIdx="0" presStyleCnt="5">
        <dgm:presLayoutVars>
          <dgm:chMax val="0"/>
          <dgm:bulletEnabled val="1"/>
        </dgm:presLayoutVars>
      </dgm:prSet>
      <dgm:spPr/>
    </dgm:pt>
    <dgm:pt modelId="{86212D7D-5329-4FA2-AB18-D7C95E628AC6}" type="pres">
      <dgm:prSet presAssocID="{C6EA68A9-C316-47AD-8851-064A9AD4BA98}" presName="spacer" presStyleCnt="0"/>
      <dgm:spPr/>
    </dgm:pt>
    <dgm:pt modelId="{B99954A8-FD6D-42FC-939D-4EA11385C25E}" type="pres">
      <dgm:prSet presAssocID="{A5F83666-248A-4652-B0A4-9BA5BC57D255}" presName="parentText" presStyleLbl="node1" presStyleIdx="1" presStyleCnt="5">
        <dgm:presLayoutVars>
          <dgm:chMax val="0"/>
          <dgm:bulletEnabled val="1"/>
        </dgm:presLayoutVars>
      </dgm:prSet>
      <dgm:spPr/>
    </dgm:pt>
    <dgm:pt modelId="{D558436B-7327-45D0-8D95-DDF6C67AC02E}" type="pres">
      <dgm:prSet presAssocID="{7DF0A186-F04C-412D-9D01-F90ADB2014A0}" presName="spacer" presStyleCnt="0"/>
      <dgm:spPr/>
    </dgm:pt>
    <dgm:pt modelId="{EBF83211-F3FF-455F-B1D2-279ABF6E74D3}" type="pres">
      <dgm:prSet presAssocID="{A20BBB31-AD9D-4150-AD8F-5EAE1D6A255D}" presName="parentText" presStyleLbl="node1" presStyleIdx="2" presStyleCnt="5">
        <dgm:presLayoutVars>
          <dgm:chMax val="0"/>
          <dgm:bulletEnabled val="1"/>
        </dgm:presLayoutVars>
      </dgm:prSet>
      <dgm:spPr/>
    </dgm:pt>
    <dgm:pt modelId="{DBD9AE2F-59E3-4B03-AC1F-5A693B0912B7}" type="pres">
      <dgm:prSet presAssocID="{0A3AAE40-83B9-4EE6-8E6E-8CF485457EF0}" presName="spacer" presStyleCnt="0"/>
      <dgm:spPr/>
    </dgm:pt>
    <dgm:pt modelId="{C589EC34-9153-4545-BB69-2BDB3C1529F3}" type="pres">
      <dgm:prSet presAssocID="{574ED87C-3A1D-4D60-9B79-88F6FE2FD3E9}" presName="parentText" presStyleLbl="node1" presStyleIdx="3" presStyleCnt="5">
        <dgm:presLayoutVars>
          <dgm:chMax val="0"/>
          <dgm:bulletEnabled val="1"/>
        </dgm:presLayoutVars>
      </dgm:prSet>
      <dgm:spPr/>
    </dgm:pt>
    <dgm:pt modelId="{F98F6B71-3CA0-4916-8080-9956C41CAAC0}" type="pres">
      <dgm:prSet presAssocID="{D3EA2834-4171-4F19-973D-0CC2FFD6F28C}" presName="spacer" presStyleCnt="0"/>
      <dgm:spPr/>
    </dgm:pt>
    <dgm:pt modelId="{DF009B00-BDAA-406C-831B-48014C6DE6A5}" type="pres">
      <dgm:prSet presAssocID="{6888B119-6E9B-4174-AA29-443EF09F69E3}" presName="parentText" presStyleLbl="node1" presStyleIdx="4" presStyleCnt="5">
        <dgm:presLayoutVars>
          <dgm:chMax val="0"/>
          <dgm:bulletEnabled val="1"/>
        </dgm:presLayoutVars>
      </dgm:prSet>
      <dgm:spPr/>
    </dgm:pt>
  </dgm:ptLst>
  <dgm:cxnLst>
    <dgm:cxn modelId="{CABAEE04-6EAD-4476-86CF-3F3193D84D63}" type="presOf" srcId="{2D995CFF-3841-44CB-A72F-F74E302D40F2}" destId="{87EA05BC-42BE-4574-A0EC-DC5A3D344A6C}" srcOrd="0" destOrd="0" presId="urn:microsoft.com/office/officeart/2005/8/layout/vList2"/>
    <dgm:cxn modelId="{48762310-03A6-4290-BD49-C9F9617454D9}" type="presOf" srcId="{6888B119-6E9B-4174-AA29-443EF09F69E3}" destId="{DF009B00-BDAA-406C-831B-48014C6DE6A5}" srcOrd="0" destOrd="0" presId="urn:microsoft.com/office/officeart/2005/8/layout/vList2"/>
    <dgm:cxn modelId="{ADBB4E47-1EA1-472A-8FA2-17C51C2CF2A8}" type="presOf" srcId="{574ED87C-3A1D-4D60-9B79-88F6FE2FD3E9}" destId="{C589EC34-9153-4545-BB69-2BDB3C1529F3}" srcOrd="0" destOrd="0" presId="urn:microsoft.com/office/officeart/2005/8/layout/vList2"/>
    <dgm:cxn modelId="{158C8869-A9B0-4ED3-8888-3EE3EA599750}" srcId="{D14E899A-4745-4D99-8703-420E2BFFDA65}" destId="{574ED87C-3A1D-4D60-9B79-88F6FE2FD3E9}" srcOrd="3" destOrd="0" parTransId="{DBA70DF4-466E-48A2-8398-8983351BBCB2}" sibTransId="{D3EA2834-4171-4F19-973D-0CC2FFD6F28C}"/>
    <dgm:cxn modelId="{A487BC6A-46C7-414B-9353-7361D2E48B99}" srcId="{D14E899A-4745-4D99-8703-420E2BFFDA65}" destId="{A20BBB31-AD9D-4150-AD8F-5EAE1D6A255D}" srcOrd="2" destOrd="0" parTransId="{F76292EF-1725-46E5-826C-5B1C9E35F640}" sibTransId="{0A3AAE40-83B9-4EE6-8E6E-8CF485457EF0}"/>
    <dgm:cxn modelId="{3239ED80-0EF0-443D-B8AF-3D095561E4AA}" type="presOf" srcId="{D14E899A-4745-4D99-8703-420E2BFFDA65}" destId="{14403591-D88D-4C90-9FC0-7AD6C8958F80}" srcOrd="0" destOrd="0" presId="urn:microsoft.com/office/officeart/2005/8/layout/vList2"/>
    <dgm:cxn modelId="{BBA59E84-1372-46E6-AC39-04F31E951F29}" srcId="{D14E899A-4745-4D99-8703-420E2BFFDA65}" destId="{A5F83666-248A-4652-B0A4-9BA5BC57D255}" srcOrd="1" destOrd="0" parTransId="{B8E2E57B-5E0F-4E8E-8EA3-620BBD2807E6}" sibTransId="{7DF0A186-F04C-412D-9D01-F90ADB2014A0}"/>
    <dgm:cxn modelId="{B33691BA-FE68-4E96-BDCA-6CFF325C15A5}" type="presOf" srcId="{A5F83666-248A-4652-B0A4-9BA5BC57D255}" destId="{B99954A8-FD6D-42FC-939D-4EA11385C25E}" srcOrd="0" destOrd="0" presId="urn:microsoft.com/office/officeart/2005/8/layout/vList2"/>
    <dgm:cxn modelId="{DF8215CA-5E2E-45B2-9C4A-8CB541F01C81}" type="presOf" srcId="{A20BBB31-AD9D-4150-AD8F-5EAE1D6A255D}" destId="{EBF83211-F3FF-455F-B1D2-279ABF6E74D3}" srcOrd="0" destOrd="0" presId="urn:microsoft.com/office/officeart/2005/8/layout/vList2"/>
    <dgm:cxn modelId="{4FD20FD4-E89F-4795-B7A4-DEA9EFFEBF18}" srcId="{D14E899A-4745-4D99-8703-420E2BFFDA65}" destId="{6888B119-6E9B-4174-AA29-443EF09F69E3}" srcOrd="4" destOrd="0" parTransId="{D519F428-6D47-4FD8-9F78-2529F0B4C727}" sibTransId="{AD8EC47E-B34B-4326-BEF1-CD63CD5479F4}"/>
    <dgm:cxn modelId="{E5111FFB-3430-4683-8667-09E81644A8CC}" srcId="{D14E899A-4745-4D99-8703-420E2BFFDA65}" destId="{2D995CFF-3841-44CB-A72F-F74E302D40F2}" srcOrd="0" destOrd="0" parTransId="{7B2DEC3C-926A-4E9D-8537-C639E282BDFC}" sibTransId="{C6EA68A9-C316-47AD-8851-064A9AD4BA98}"/>
    <dgm:cxn modelId="{577B1322-1D37-45DC-AD5E-226A9455E4FA}" type="presParOf" srcId="{14403591-D88D-4C90-9FC0-7AD6C8958F80}" destId="{87EA05BC-42BE-4574-A0EC-DC5A3D344A6C}" srcOrd="0" destOrd="0" presId="urn:microsoft.com/office/officeart/2005/8/layout/vList2"/>
    <dgm:cxn modelId="{9658A0EC-2702-4BE2-992C-C2282D240102}" type="presParOf" srcId="{14403591-D88D-4C90-9FC0-7AD6C8958F80}" destId="{86212D7D-5329-4FA2-AB18-D7C95E628AC6}" srcOrd="1" destOrd="0" presId="urn:microsoft.com/office/officeart/2005/8/layout/vList2"/>
    <dgm:cxn modelId="{C8BEFC38-DA0C-4EA9-9D20-6FE68427A9E8}" type="presParOf" srcId="{14403591-D88D-4C90-9FC0-7AD6C8958F80}" destId="{B99954A8-FD6D-42FC-939D-4EA11385C25E}" srcOrd="2" destOrd="0" presId="urn:microsoft.com/office/officeart/2005/8/layout/vList2"/>
    <dgm:cxn modelId="{79D35B28-13A6-464B-89D9-D90A1E7540CA}" type="presParOf" srcId="{14403591-D88D-4C90-9FC0-7AD6C8958F80}" destId="{D558436B-7327-45D0-8D95-DDF6C67AC02E}" srcOrd="3" destOrd="0" presId="urn:microsoft.com/office/officeart/2005/8/layout/vList2"/>
    <dgm:cxn modelId="{C3870DF3-BEF4-40E2-B932-3231D07283CC}" type="presParOf" srcId="{14403591-D88D-4C90-9FC0-7AD6C8958F80}" destId="{EBF83211-F3FF-455F-B1D2-279ABF6E74D3}" srcOrd="4" destOrd="0" presId="urn:microsoft.com/office/officeart/2005/8/layout/vList2"/>
    <dgm:cxn modelId="{8173DBC6-EDAB-492F-8328-B46D32E207E6}" type="presParOf" srcId="{14403591-D88D-4C90-9FC0-7AD6C8958F80}" destId="{DBD9AE2F-59E3-4B03-AC1F-5A693B0912B7}" srcOrd="5" destOrd="0" presId="urn:microsoft.com/office/officeart/2005/8/layout/vList2"/>
    <dgm:cxn modelId="{53937B27-EA72-4703-80F3-6A27D3068391}" type="presParOf" srcId="{14403591-D88D-4C90-9FC0-7AD6C8958F80}" destId="{C589EC34-9153-4545-BB69-2BDB3C1529F3}" srcOrd="6" destOrd="0" presId="urn:microsoft.com/office/officeart/2005/8/layout/vList2"/>
    <dgm:cxn modelId="{02604206-03F8-46A5-88A7-81F1E47D4B52}" type="presParOf" srcId="{14403591-D88D-4C90-9FC0-7AD6C8958F80}" destId="{F98F6B71-3CA0-4916-8080-9956C41CAAC0}" srcOrd="7" destOrd="0" presId="urn:microsoft.com/office/officeart/2005/8/layout/vList2"/>
    <dgm:cxn modelId="{093BB810-D4D8-495B-AA90-CAECAB8E9FCA}" type="presParOf" srcId="{14403591-D88D-4C90-9FC0-7AD6C8958F80}" destId="{DF009B00-BDAA-406C-831B-48014C6DE6A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409F70-84F2-4F0F-A468-526133A15240}">
      <dsp:nvSpPr>
        <dsp:cNvPr id="0" name=""/>
        <dsp:cNvSpPr/>
      </dsp:nvSpPr>
      <dsp:spPr>
        <a:xfrm>
          <a:off x="0" y="0"/>
          <a:ext cx="4887739" cy="6985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Build something that exists.</a:t>
          </a:r>
        </a:p>
      </dsp:txBody>
      <dsp:txXfrm>
        <a:off x="20460" y="20460"/>
        <a:ext cx="4052231" cy="657619"/>
      </dsp:txXfrm>
    </dsp:sp>
    <dsp:sp modelId="{EEF0E8EE-A97D-47C1-943B-981363F83374}">
      <dsp:nvSpPr>
        <dsp:cNvPr id="0" name=""/>
        <dsp:cNvSpPr/>
      </dsp:nvSpPr>
      <dsp:spPr>
        <a:xfrm>
          <a:off x="364993" y="795558"/>
          <a:ext cx="4887739" cy="6985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 web page starts as a file.</a:t>
          </a:r>
        </a:p>
      </dsp:txBody>
      <dsp:txXfrm>
        <a:off x="385453" y="816018"/>
        <a:ext cx="4027775" cy="657619"/>
      </dsp:txXfrm>
    </dsp:sp>
    <dsp:sp modelId="{F77A15C8-A124-465D-8307-20950E8B3B58}">
      <dsp:nvSpPr>
        <dsp:cNvPr id="0" name=""/>
        <dsp:cNvSpPr/>
      </dsp:nvSpPr>
      <dsp:spPr>
        <a:xfrm>
          <a:off x="729987" y="1591116"/>
          <a:ext cx="4887739" cy="6985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browser reads that file.</a:t>
          </a:r>
        </a:p>
      </dsp:txBody>
      <dsp:txXfrm>
        <a:off x="750447" y="1611576"/>
        <a:ext cx="4027775" cy="657619"/>
      </dsp:txXfrm>
    </dsp:sp>
    <dsp:sp modelId="{8CCF4D29-4700-4D8F-8AD4-AF6E89114113}">
      <dsp:nvSpPr>
        <dsp:cNvPr id="0" name=""/>
        <dsp:cNvSpPr/>
      </dsp:nvSpPr>
      <dsp:spPr>
        <a:xfrm>
          <a:off x="1094980" y="2386675"/>
          <a:ext cx="4887739" cy="6985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If the page opens, the first goal is met.</a:t>
          </a:r>
        </a:p>
      </dsp:txBody>
      <dsp:txXfrm>
        <a:off x="1115440" y="2407135"/>
        <a:ext cx="4027775" cy="657619"/>
      </dsp:txXfrm>
    </dsp:sp>
    <dsp:sp modelId="{921ADB9B-CE4D-407F-A019-7431404FD646}">
      <dsp:nvSpPr>
        <dsp:cNvPr id="0" name=""/>
        <dsp:cNvSpPr/>
      </dsp:nvSpPr>
      <dsp:spPr>
        <a:xfrm>
          <a:off x="1459974" y="3182233"/>
          <a:ext cx="4887739" cy="698539"/>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Visual polish comes later.</a:t>
          </a:r>
        </a:p>
      </dsp:txBody>
      <dsp:txXfrm>
        <a:off x="1480434" y="3202693"/>
        <a:ext cx="4027775" cy="657619"/>
      </dsp:txXfrm>
    </dsp:sp>
    <dsp:sp modelId="{DDEDE5C3-B8E2-49FB-8CC8-AA211975C86A}">
      <dsp:nvSpPr>
        <dsp:cNvPr id="0" name=""/>
        <dsp:cNvSpPr/>
      </dsp:nvSpPr>
      <dsp:spPr>
        <a:xfrm>
          <a:off x="4433689" y="510321"/>
          <a:ext cx="454050" cy="45405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535850" y="510321"/>
        <a:ext cx="249728" cy="341673"/>
      </dsp:txXfrm>
    </dsp:sp>
    <dsp:sp modelId="{76F769EA-C06B-4DA2-BBEE-A97B7F157945}">
      <dsp:nvSpPr>
        <dsp:cNvPr id="0" name=""/>
        <dsp:cNvSpPr/>
      </dsp:nvSpPr>
      <dsp:spPr>
        <a:xfrm>
          <a:off x="4798682" y="1305880"/>
          <a:ext cx="454050" cy="45405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4900843" y="1305880"/>
        <a:ext cx="249728" cy="341673"/>
      </dsp:txXfrm>
    </dsp:sp>
    <dsp:sp modelId="{48F5C2B1-6DEB-4046-B398-77D94C34A778}">
      <dsp:nvSpPr>
        <dsp:cNvPr id="0" name=""/>
        <dsp:cNvSpPr/>
      </dsp:nvSpPr>
      <dsp:spPr>
        <a:xfrm>
          <a:off x="5163676" y="2089796"/>
          <a:ext cx="454050" cy="45405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265837" y="2089796"/>
        <a:ext cx="249728" cy="341673"/>
      </dsp:txXfrm>
    </dsp:sp>
    <dsp:sp modelId="{D8BE0979-4C5F-440D-A613-C6DA13A9716C}">
      <dsp:nvSpPr>
        <dsp:cNvPr id="0" name=""/>
        <dsp:cNvSpPr/>
      </dsp:nvSpPr>
      <dsp:spPr>
        <a:xfrm>
          <a:off x="5528670" y="2893116"/>
          <a:ext cx="454050" cy="454050"/>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630831" y="2893116"/>
        <a:ext cx="249728" cy="3416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8D314-0BF1-4BF9-99DC-A2527CFE46E2}">
      <dsp:nvSpPr>
        <dsp:cNvPr id="0" name=""/>
        <dsp:cNvSpPr/>
      </dsp:nvSpPr>
      <dsp:spPr>
        <a:xfrm>
          <a:off x="0" y="0"/>
          <a:ext cx="6447234"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7F448C-A9EF-4628-8FC1-B9E82BF8A3B2}">
      <dsp:nvSpPr>
        <dsp:cNvPr id="0" name=""/>
        <dsp:cNvSpPr/>
      </dsp:nvSpPr>
      <dsp:spPr>
        <a:xfrm>
          <a:off x="0" y="0"/>
          <a:ext cx="1289446" cy="3881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HTML gives content meaning.</a:t>
          </a:r>
        </a:p>
      </dsp:txBody>
      <dsp:txXfrm>
        <a:off x="0" y="0"/>
        <a:ext cx="1289446" cy="3881437"/>
      </dsp:txXfrm>
    </dsp:sp>
    <dsp:sp modelId="{27FEB160-95C0-4F24-B2E8-B11A3202AA1C}">
      <dsp:nvSpPr>
        <dsp:cNvPr id="0" name=""/>
        <dsp:cNvSpPr/>
      </dsp:nvSpPr>
      <dsp:spPr>
        <a:xfrm>
          <a:off x="1386155" y="60647"/>
          <a:ext cx="5061078" cy="1212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 heading means </a:t>
          </a:r>
          <a:br>
            <a:rPr lang="en-US" sz="2800" kern="1200" dirty="0"/>
          </a:br>
          <a:r>
            <a:rPr lang="en-US" sz="2800" kern="1200" dirty="0"/>
            <a:t>"</a:t>
          </a:r>
          <a:r>
            <a:rPr lang="en-US" sz="2800" b="1" i="1" kern="1200" dirty="0">
              <a:solidFill>
                <a:srgbClr val="00B050"/>
              </a:solidFill>
            </a:rPr>
            <a:t>this is a heading</a:t>
          </a:r>
          <a:r>
            <a:rPr lang="en-US" sz="2800" kern="1200" dirty="0"/>
            <a:t>."</a:t>
          </a:r>
        </a:p>
      </dsp:txBody>
      <dsp:txXfrm>
        <a:off x="1386155" y="60647"/>
        <a:ext cx="5061078" cy="1212949"/>
      </dsp:txXfrm>
    </dsp:sp>
    <dsp:sp modelId="{F5F1FBA1-0AB4-48CA-A622-C6C28F1CDC1D}">
      <dsp:nvSpPr>
        <dsp:cNvPr id="0" name=""/>
        <dsp:cNvSpPr/>
      </dsp:nvSpPr>
      <dsp:spPr>
        <a:xfrm>
          <a:off x="1289446" y="1273596"/>
          <a:ext cx="5157787" cy="0"/>
        </a:xfrm>
        <a:prstGeom prst="line">
          <a:avLst/>
        </a:prstGeom>
        <a:solidFill>
          <a:schemeClr val="accent2">
            <a:hueOff val="0"/>
            <a:satOff val="0"/>
            <a:lumOff val="0"/>
            <a:alphaOff val="0"/>
          </a:schemeClr>
        </a:solidFill>
        <a:ln w="19050"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AF5431-4126-4822-BDD2-AD1BA8EE974E}">
      <dsp:nvSpPr>
        <dsp:cNvPr id="0" name=""/>
        <dsp:cNvSpPr/>
      </dsp:nvSpPr>
      <dsp:spPr>
        <a:xfrm>
          <a:off x="1386155" y="1334243"/>
          <a:ext cx="5061078" cy="1212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 paragraph means </a:t>
          </a:r>
          <a:br>
            <a:rPr lang="en-US" sz="2800" kern="1200" dirty="0"/>
          </a:br>
          <a:r>
            <a:rPr lang="en-US" sz="2800" kern="1200" dirty="0"/>
            <a:t>"</a:t>
          </a:r>
          <a:r>
            <a:rPr lang="en-US" sz="2800" b="1" i="1" kern="1200" dirty="0">
              <a:solidFill>
                <a:srgbClr val="00B050"/>
              </a:solidFill>
            </a:rPr>
            <a:t>this is body text</a:t>
          </a:r>
          <a:r>
            <a:rPr lang="en-US" sz="2800" kern="1200" dirty="0"/>
            <a:t>."</a:t>
          </a:r>
        </a:p>
      </dsp:txBody>
      <dsp:txXfrm>
        <a:off x="1386155" y="1334243"/>
        <a:ext cx="5061078" cy="1212949"/>
      </dsp:txXfrm>
    </dsp:sp>
    <dsp:sp modelId="{8004B8DA-C272-4AA1-9E5C-7531DDAD038D}">
      <dsp:nvSpPr>
        <dsp:cNvPr id="0" name=""/>
        <dsp:cNvSpPr/>
      </dsp:nvSpPr>
      <dsp:spPr>
        <a:xfrm>
          <a:off x="1289446" y="2547193"/>
          <a:ext cx="5157787" cy="0"/>
        </a:xfrm>
        <a:prstGeom prst="line">
          <a:avLst/>
        </a:prstGeom>
        <a:solidFill>
          <a:schemeClr val="accent2">
            <a:hueOff val="0"/>
            <a:satOff val="0"/>
            <a:lumOff val="0"/>
            <a:alphaOff val="0"/>
          </a:schemeClr>
        </a:solidFill>
        <a:ln w="19050"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5D6C50-BC95-4D2E-86E8-82B95299566D}">
      <dsp:nvSpPr>
        <dsp:cNvPr id="0" name=""/>
        <dsp:cNvSpPr/>
      </dsp:nvSpPr>
      <dsp:spPr>
        <a:xfrm>
          <a:off x="1386155" y="2607840"/>
          <a:ext cx="5061078" cy="1212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A link means </a:t>
          </a:r>
          <a:br>
            <a:rPr lang="en-US" sz="2800" kern="1200" dirty="0"/>
          </a:br>
          <a:r>
            <a:rPr lang="en-US" sz="2800" kern="1200" dirty="0"/>
            <a:t>"</a:t>
          </a:r>
          <a:r>
            <a:rPr lang="en-US" sz="2800" b="1" i="1" kern="1200" dirty="0">
              <a:solidFill>
                <a:srgbClr val="00B050"/>
              </a:solidFill>
            </a:rPr>
            <a:t>go somewhere</a:t>
          </a:r>
          <a:r>
            <a:rPr lang="en-US" sz="2800" kern="1200" dirty="0"/>
            <a:t>."</a:t>
          </a:r>
        </a:p>
      </dsp:txBody>
      <dsp:txXfrm>
        <a:off x="1386155" y="2607840"/>
        <a:ext cx="5061078" cy="1212949"/>
      </dsp:txXfrm>
    </dsp:sp>
    <dsp:sp modelId="{C02DF06A-0762-404A-9200-55FA92215277}">
      <dsp:nvSpPr>
        <dsp:cNvPr id="0" name=""/>
        <dsp:cNvSpPr/>
      </dsp:nvSpPr>
      <dsp:spPr>
        <a:xfrm>
          <a:off x="1289446" y="3820789"/>
          <a:ext cx="5157787" cy="0"/>
        </a:xfrm>
        <a:prstGeom prst="line">
          <a:avLst/>
        </a:prstGeom>
        <a:solidFill>
          <a:schemeClr val="accent2">
            <a:hueOff val="0"/>
            <a:satOff val="0"/>
            <a:lumOff val="0"/>
            <a:alphaOff val="0"/>
          </a:schemeClr>
        </a:solidFill>
        <a:ln w="19050" cap="rnd"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4A708-541C-40F0-8601-EDCBEF2B5AE0}">
      <dsp:nvSpPr>
        <dsp:cNvPr id="0" name=""/>
        <dsp:cNvSpPr/>
      </dsp:nvSpPr>
      <dsp:spPr>
        <a:xfrm>
          <a:off x="0" y="0"/>
          <a:ext cx="5554471" cy="73682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Every first page needs a shape.</a:t>
          </a:r>
        </a:p>
      </dsp:txBody>
      <dsp:txXfrm>
        <a:off x="21581" y="21581"/>
        <a:ext cx="4673169" cy="693664"/>
      </dsp:txXfrm>
    </dsp:sp>
    <dsp:sp modelId="{CF586A0E-38AB-4BD2-A929-E3A3290A26ED}">
      <dsp:nvSpPr>
        <dsp:cNvPr id="0" name=""/>
        <dsp:cNvSpPr/>
      </dsp:nvSpPr>
      <dsp:spPr>
        <a:xfrm>
          <a:off x="414782" y="839163"/>
          <a:ext cx="5554471" cy="736826"/>
        </a:xfrm>
        <a:prstGeom prst="roundRect">
          <a:avLst>
            <a:gd name="adj" fmla="val 10000"/>
          </a:avLst>
        </a:prstGeom>
        <a:solidFill>
          <a:schemeClr val="accent2">
            <a:hueOff val="-2474057"/>
            <a:satOff val="8986"/>
            <a:lumOff val="83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`&lt;!doctype html&gt;` tells the browser what kind of document this is.</a:t>
          </a:r>
        </a:p>
      </dsp:txBody>
      <dsp:txXfrm>
        <a:off x="436363" y="860744"/>
        <a:ext cx="4617590" cy="693664"/>
      </dsp:txXfrm>
    </dsp:sp>
    <dsp:sp modelId="{BD58829B-D746-488C-82BF-73B34B07289B}">
      <dsp:nvSpPr>
        <dsp:cNvPr id="0" name=""/>
        <dsp:cNvSpPr/>
      </dsp:nvSpPr>
      <dsp:spPr>
        <a:xfrm>
          <a:off x="829564" y="1678327"/>
          <a:ext cx="5554471" cy="736826"/>
        </a:xfrm>
        <a:prstGeom prst="roundRect">
          <a:avLst>
            <a:gd name="adj" fmla="val 10000"/>
          </a:avLst>
        </a:prstGeom>
        <a:solidFill>
          <a:schemeClr val="accent2">
            <a:hueOff val="-4948115"/>
            <a:satOff val="17972"/>
            <a:lumOff val="166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`head` stores page information.</a:t>
          </a:r>
        </a:p>
      </dsp:txBody>
      <dsp:txXfrm>
        <a:off x="851145" y="1699908"/>
        <a:ext cx="4617590" cy="693664"/>
      </dsp:txXfrm>
    </dsp:sp>
    <dsp:sp modelId="{D1ED7CF5-0732-4E37-BE9F-4BE16F70DBDF}">
      <dsp:nvSpPr>
        <dsp:cNvPr id="0" name=""/>
        <dsp:cNvSpPr/>
      </dsp:nvSpPr>
      <dsp:spPr>
        <a:xfrm>
          <a:off x="1244346" y="2517491"/>
          <a:ext cx="5554471" cy="736826"/>
        </a:xfrm>
        <a:prstGeom prst="roundRect">
          <a:avLst>
            <a:gd name="adj" fmla="val 10000"/>
          </a:avLst>
        </a:prstGeom>
        <a:solidFill>
          <a:schemeClr val="accent2">
            <a:hueOff val="-7422172"/>
            <a:satOff val="26958"/>
            <a:lumOff val="250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`body` stores visible content.</a:t>
          </a:r>
        </a:p>
      </dsp:txBody>
      <dsp:txXfrm>
        <a:off x="1265927" y="2539072"/>
        <a:ext cx="4617590" cy="693664"/>
      </dsp:txXfrm>
    </dsp:sp>
    <dsp:sp modelId="{8E649F60-47D3-409D-B54C-9A3971BD4D24}">
      <dsp:nvSpPr>
        <dsp:cNvPr id="0" name=""/>
        <dsp:cNvSpPr/>
      </dsp:nvSpPr>
      <dsp:spPr>
        <a:xfrm>
          <a:off x="1659128" y="3356655"/>
          <a:ext cx="5554471" cy="736826"/>
        </a:xfrm>
        <a:prstGeom prst="roundRect">
          <a:avLst>
            <a:gd name="adj" fmla="val 10000"/>
          </a:avLst>
        </a:prstGeom>
        <a:solidFill>
          <a:schemeClr val="accent2">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browser uses the shape to understand the page.</a:t>
          </a:r>
        </a:p>
      </dsp:txBody>
      <dsp:txXfrm>
        <a:off x="1680709" y="3378236"/>
        <a:ext cx="4617590" cy="693664"/>
      </dsp:txXfrm>
    </dsp:sp>
    <dsp:sp modelId="{00EAAE36-BDA4-4F8C-A818-C1E543CD0296}">
      <dsp:nvSpPr>
        <dsp:cNvPr id="0" name=""/>
        <dsp:cNvSpPr/>
      </dsp:nvSpPr>
      <dsp:spPr>
        <a:xfrm>
          <a:off x="5075534" y="538292"/>
          <a:ext cx="478937" cy="47893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183295" y="538292"/>
        <a:ext cx="263415" cy="360400"/>
      </dsp:txXfrm>
    </dsp:sp>
    <dsp:sp modelId="{08326110-6B77-4CF4-BE00-897327460686}">
      <dsp:nvSpPr>
        <dsp:cNvPr id="0" name=""/>
        <dsp:cNvSpPr/>
      </dsp:nvSpPr>
      <dsp:spPr>
        <a:xfrm>
          <a:off x="5490316" y="1377456"/>
          <a:ext cx="478937" cy="478937"/>
        </a:xfrm>
        <a:prstGeom prst="downArrow">
          <a:avLst>
            <a:gd name="adj1" fmla="val 55000"/>
            <a:gd name="adj2" fmla="val 45000"/>
          </a:avLst>
        </a:prstGeom>
        <a:solidFill>
          <a:schemeClr val="accent2">
            <a:tint val="40000"/>
            <a:alpha val="90000"/>
            <a:hueOff val="-3718424"/>
            <a:satOff val="16208"/>
            <a:lumOff val="1196"/>
            <a:alphaOff val="0"/>
          </a:schemeClr>
        </a:solidFill>
        <a:ln w="19050" cap="rnd" cmpd="sng" algn="ctr">
          <a:solidFill>
            <a:schemeClr val="accent2">
              <a:tint val="40000"/>
              <a:alpha val="90000"/>
              <a:hueOff val="-3718424"/>
              <a:satOff val="16208"/>
              <a:lumOff val="11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598077" y="1377456"/>
        <a:ext cx="263415" cy="360400"/>
      </dsp:txXfrm>
    </dsp:sp>
    <dsp:sp modelId="{1B8BB3FE-ABD1-41C7-934B-1905E308EBE8}">
      <dsp:nvSpPr>
        <dsp:cNvPr id="0" name=""/>
        <dsp:cNvSpPr/>
      </dsp:nvSpPr>
      <dsp:spPr>
        <a:xfrm>
          <a:off x="5905098" y="2204340"/>
          <a:ext cx="478937" cy="478937"/>
        </a:xfrm>
        <a:prstGeom prst="downArrow">
          <a:avLst>
            <a:gd name="adj1" fmla="val 55000"/>
            <a:gd name="adj2" fmla="val 45000"/>
          </a:avLst>
        </a:prstGeom>
        <a:solidFill>
          <a:schemeClr val="accent2">
            <a:tint val="40000"/>
            <a:alpha val="90000"/>
            <a:hueOff val="-7436848"/>
            <a:satOff val="32416"/>
            <a:lumOff val="2392"/>
            <a:alphaOff val="0"/>
          </a:schemeClr>
        </a:solidFill>
        <a:ln w="19050" cap="rnd" cmpd="sng" algn="ctr">
          <a:solidFill>
            <a:schemeClr val="accent2">
              <a:tint val="40000"/>
              <a:alpha val="90000"/>
              <a:hueOff val="-7436848"/>
              <a:satOff val="32416"/>
              <a:lumOff val="23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012859" y="2204340"/>
        <a:ext cx="263415" cy="360400"/>
      </dsp:txXfrm>
    </dsp:sp>
    <dsp:sp modelId="{61B47F07-B677-4AF5-9968-D922C6951EC1}">
      <dsp:nvSpPr>
        <dsp:cNvPr id="0" name=""/>
        <dsp:cNvSpPr/>
      </dsp:nvSpPr>
      <dsp:spPr>
        <a:xfrm>
          <a:off x="6319880" y="3051690"/>
          <a:ext cx="478937" cy="478937"/>
        </a:xfrm>
        <a:prstGeom prst="downArrow">
          <a:avLst>
            <a:gd name="adj1" fmla="val 55000"/>
            <a:gd name="adj2" fmla="val 45000"/>
          </a:avLst>
        </a:prstGeom>
        <a:solidFill>
          <a:schemeClr val="accent2">
            <a:tint val="40000"/>
            <a:alpha val="90000"/>
            <a:hueOff val="-11155272"/>
            <a:satOff val="48624"/>
            <a:lumOff val="3588"/>
            <a:alphaOff val="0"/>
          </a:schemeClr>
        </a:solidFill>
        <a:ln w="19050" cap="rnd" cmpd="sng" algn="ctr">
          <a:solidFill>
            <a:schemeClr val="accent2">
              <a:tint val="40000"/>
              <a:alpha val="90000"/>
              <a:hueOff val="-11155272"/>
              <a:satOff val="48624"/>
              <a:lumOff val="358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427641" y="3051690"/>
        <a:ext cx="263415" cy="360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BAB2C8-A54F-418C-AD90-8DA3FD4BCA92}">
      <dsp:nvSpPr>
        <dsp:cNvPr id="0" name=""/>
        <dsp:cNvSpPr/>
      </dsp:nvSpPr>
      <dsp:spPr>
        <a:xfrm>
          <a:off x="0" y="3768"/>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457F94-4EE7-421B-814B-8310004A7CEA}">
      <dsp:nvSpPr>
        <dsp:cNvPr id="0" name=""/>
        <dsp:cNvSpPr/>
      </dsp:nvSpPr>
      <dsp:spPr>
        <a:xfrm>
          <a:off x="242789" y="184355"/>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A13B179-B1D5-4E1D-BE28-FC92E86F0571}">
      <dsp:nvSpPr>
        <dsp:cNvPr id="0" name=""/>
        <dsp:cNvSpPr/>
      </dsp:nvSpPr>
      <dsp:spPr>
        <a:xfrm>
          <a:off x="927013" y="3768"/>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i="1" kern="1200"/>
            <a:t>Type. Save. Refresh. Observe.</a:t>
          </a:r>
          <a:endParaRPr lang="en-US" sz="1900" kern="1200"/>
        </a:p>
      </dsp:txBody>
      <dsp:txXfrm>
        <a:off x="927013" y="3768"/>
        <a:ext cx="4092596" cy="802608"/>
      </dsp:txXfrm>
    </dsp:sp>
    <dsp:sp modelId="{21257E33-0219-419C-800E-A911E4A9D1D0}">
      <dsp:nvSpPr>
        <dsp:cNvPr id="0" name=""/>
        <dsp:cNvSpPr/>
      </dsp:nvSpPr>
      <dsp:spPr>
        <a:xfrm>
          <a:off x="0" y="1007029"/>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147F68-0B22-4F53-B33C-FE2947E0217D}">
      <dsp:nvSpPr>
        <dsp:cNvPr id="0" name=""/>
        <dsp:cNvSpPr/>
      </dsp:nvSpPr>
      <dsp:spPr>
        <a:xfrm>
          <a:off x="242789" y="1187616"/>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C7330A9-1A64-42FB-9A60-E1F6C6EDE964}">
      <dsp:nvSpPr>
        <dsp:cNvPr id="0" name=""/>
        <dsp:cNvSpPr/>
      </dsp:nvSpPr>
      <dsp:spPr>
        <a:xfrm>
          <a:off x="927013" y="1007029"/>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a:t>- Type the structure.</a:t>
          </a:r>
        </a:p>
      </dsp:txBody>
      <dsp:txXfrm>
        <a:off x="927013" y="1007029"/>
        <a:ext cx="4092596" cy="802608"/>
      </dsp:txXfrm>
    </dsp:sp>
    <dsp:sp modelId="{70A6148C-43C2-4F8B-AC6F-783C956A9ED3}">
      <dsp:nvSpPr>
        <dsp:cNvPr id="0" name=""/>
        <dsp:cNvSpPr/>
      </dsp:nvSpPr>
      <dsp:spPr>
        <a:xfrm>
          <a:off x="0" y="2010290"/>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1CFA7B-AF57-423D-906A-AC1F63FD82BD}">
      <dsp:nvSpPr>
        <dsp:cNvPr id="0" name=""/>
        <dsp:cNvSpPr/>
      </dsp:nvSpPr>
      <dsp:spPr>
        <a:xfrm>
          <a:off x="242789" y="2190877"/>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D3372A-E1B9-485A-A504-2F4AB3AA7FC9}">
      <dsp:nvSpPr>
        <dsp:cNvPr id="0" name=""/>
        <dsp:cNvSpPr/>
      </dsp:nvSpPr>
      <dsp:spPr>
        <a:xfrm>
          <a:off x="927013" y="2010290"/>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a:t>- Save the file.</a:t>
          </a:r>
        </a:p>
      </dsp:txBody>
      <dsp:txXfrm>
        <a:off x="927013" y="2010290"/>
        <a:ext cx="4092596" cy="802608"/>
      </dsp:txXfrm>
    </dsp:sp>
    <dsp:sp modelId="{9ACACBC9-560B-47CC-9CE5-2ADC98CBC78B}">
      <dsp:nvSpPr>
        <dsp:cNvPr id="0" name=""/>
        <dsp:cNvSpPr/>
      </dsp:nvSpPr>
      <dsp:spPr>
        <a:xfrm>
          <a:off x="0" y="3013551"/>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78B8B2-0C6A-4A19-AEB1-F2A2815BC95C}">
      <dsp:nvSpPr>
        <dsp:cNvPr id="0" name=""/>
        <dsp:cNvSpPr/>
      </dsp:nvSpPr>
      <dsp:spPr>
        <a:xfrm>
          <a:off x="242789" y="3194138"/>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4086DC-3692-46A8-9F53-02EB144B2AB3}">
      <dsp:nvSpPr>
        <dsp:cNvPr id="0" name=""/>
        <dsp:cNvSpPr/>
      </dsp:nvSpPr>
      <dsp:spPr>
        <a:xfrm>
          <a:off x="927013" y="3013551"/>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a:t>- Open or refresh the browser.</a:t>
          </a:r>
        </a:p>
      </dsp:txBody>
      <dsp:txXfrm>
        <a:off x="927013" y="3013551"/>
        <a:ext cx="4092596" cy="802608"/>
      </dsp:txXfrm>
    </dsp:sp>
    <dsp:sp modelId="{DD967BC0-20B6-470F-965E-C18704B1E2A9}">
      <dsp:nvSpPr>
        <dsp:cNvPr id="0" name=""/>
        <dsp:cNvSpPr/>
      </dsp:nvSpPr>
      <dsp:spPr>
        <a:xfrm>
          <a:off x="0" y="4016812"/>
          <a:ext cx="5019610" cy="8026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BB661-303E-4FF1-9114-BAD6B6334F8D}">
      <dsp:nvSpPr>
        <dsp:cNvPr id="0" name=""/>
        <dsp:cNvSpPr/>
      </dsp:nvSpPr>
      <dsp:spPr>
        <a:xfrm>
          <a:off x="242789" y="4197399"/>
          <a:ext cx="441434" cy="4414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2A3F625-5F1B-45E6-92F6-8ADFF930E82A}">
      <dsp:nvSpPr>
        <dsp:cNvPr id="0" name=""/>
        <dsp:cNvSpPr/>
      </dsp:nvSpPr>
      <dsp:spPr>
        <a:xfrm>
          <a:off x="927013" y="4016812"/>
          <a:ext cx="4092596" cy="802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43" tIns="84943" rIns="84943" bIns="84943" numCol="1" spcCol="1270" anchor="ctr" anchorCtr="0">
          <a:noAutofit/>
        </a:bodyPr>
        <a:lstStyle/>
        <a:p>
          <a:pPr marL="0" lvl="0" indent="0" algn="l" defTabSz="844550">
            <a:lnSpc>
              <a:spcPct val="90000"/>
            </a:lnSpc>
            <a:spcBef>
              <a:spcPct val="0"/>
            </a:spcBef>
            <a:spcAft>
              <a:spcPct val="35000"/>
            </a:spcAft>
            <a:buNone/>
          </a:pPr>
          <a:r>
            <a:rPr lang="en-US" sz="1900" kern="1200"/>
            <a:t>- Change one line and confirm the browser updates.</a:t>
          </a:r>
        </a:p>
      </dsp:txBody>
      <dsp:txXfrm>
        <a:off x="927013" y="4016812"/>
        <a:ext cx="4092596" cy="8026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EA05BC-42BE-4574-A0EC-DC5A3D344A6C}">
      <dsp:nvSpPr>
        <dsp:cNvPr id="0" name=""/>
        <dsp:cNvSpPr/>
      </dsp:nvSpPr>
      <dsp:spPr>
        <a:xfrm>
          <a:off x="0" y="33974"/>
          <a:ext cx="5019610" cy="86580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kern="1200" dirty="0"/>
            <a:t>Unsaved file</a:t>
          </a:r>
          <a:endParaRPr lang="en-US" sz="3700" kern="1200" dirty="0"/>
        </a:p>
      </dsp:txBody>
      <dsp:txXfrm>
        <a:off x="42265" y="76239"/>
        <a:ext cx="4935080" cy="781270"/>
      </dsp:txXfrm>
    </dsp:sp>
    <dsp:sp modelId="{B99954A8-FD6D-42FC-939D-4EA11385C25E}">
      <dsp:nvSpPr>
        <dsp:cNvPr id="0" name=""/>
        <dsp:cNvSpPr/>
      </dsp:nvSpPr>
      <dsp:spPr>
        <a:xfrm>
          <a:off x="0" y="1006335"/>
          <a:ext cx="5019610" cy="865800"/>
        </a:xfrm>
        <a:prstGeom prst="roundRect">
          <a:avLst/>
        </a:prstGeom>
        <a:gradFill rotWithShape="0">
          <a:gsLst>
            <a:gs pos="0">
              <a:schemeClr val="accent2">
                <a:hueOff val="-2474057"/>
                <a:satOff val="8986"/>
                <a:lumOff val="834"/>
                <a:alphaOff val="0"/>
                <a:tint val="96000"/>
                <a:lumMod val="100000"/>
              </a:schemeClr>
            </a:gs>
            <a:gs pos="78000">
              <a:schemeClr val="accent2">
                <a:hueOff val="-2474057"/>
                <a:satOff val="8986"/>
                <a:lumOff val="83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kern="1200" dirty="0"/>
            <a:t>Wrong file name</a:t>
          </a:r>
        </a:p>
      </dsp:txBody>
      <dsp:txXfrm>
        <a:off x="42265" y="1048600"/>
        <a:ext cx="4935080" cy="781270"/>
      </dsp:txXfrm>
    </dsp:sp>
    <dsp:sp modelId="{EBF83211-F3FF-455F-B1D2-279ABF6E74D3}">
      <dsp:nvSpPr>
        <dsp:cNvPr id="0" name=""/>
        <dsp:cNvSpPr/>
      </dsp:nvSpPr>
      <dsp:spPr>
        <a:xfrm>
          <a:off x="0" y="1978695"/>
          <a:ext cx="5019610" cy="865800"/>
        </a:xfrm>
        <a:prstGeom prst="roundRect">
          <a:avLst/>
        </a:prstGeom>
        <a:gradFill rotWithShape="0">
          <a:gsLst>
            <a:gs pos="0">
              <a:schemeClr val="accent2">
                <a:hueOff val="-4948115"/>
                <a:satOff val="17972"/>
                <a:lumOff val="1667"/>
                <a:alphaOff val="0"/>
                <a:tint val="96000"/>
                <a:lumMod val="100000"/>
              </a:schemeClr>
            </a:gs>
            <a:gs pos="78000">
              <a:schemeClr val="accent2">
                <a:hueOff val="-4948115"/>
                <a:satOff val="17972"/>
                <a:lumOff val="1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kern="1200" dirty="0"/>
            <a:t>Broken tag pair</a:t>
          </a:r>
        </a:p>
      </dsp:txBody>
      <dsp:txXfrm>
        <a:off x="42265" y="2020960"/>
        <a:ext cx="4935080" cy="781270"/>
      </dsp:txXfrm>
    </dsp:sp>
    <dsp:sp modelId="{C589EC34-9153-4545-BB69-2BDB3C1529F3}">
      <dsp:nvSpPr>
        <dsp:cNvPr id="0" name=""/>
        <dsp:cNvSpPr/>
      </dsp:nvSpPr>
      <dsp:spPr>
        <a:xfrm>
          <a:off x="0" y="2951055"/>
          <a:ext cx="5019610" cy="865800"/>
        </a:xfrm>
        <a:prstGeom prst="roundRect">
          <a:avLst/>
        </a:prstGeom>
        <a:gradFill rotWithShape="0">
          <a:gsLst>
            <a:gs pos="0">
              <a:schemeClr val="accent2">
                <a:hueOff val="-7422172"/>
                <a:satOff val="26958"/>
                <a:lumOff val="2501"/>
                <a:alphaOff val="0"/>
                <a:tint val="96000"/>
                <a:lumMod val="100000"/>
              </a:schemeClr>
            </a:gs>
            <a:gs pos="78000">
              <a:schemeClr val="accent2">
                <a:hueOff val="-7422172"/>
                <a:satOff val="26958"/>
                <a:lumOff val="2501"/>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b="0" kern="1200" dirty="0"/>
            <a:t>Expecting CSS</a:t>
          </a:r>
        </a:p>
      </dsp:txBody>
      <dsp:txXfrm>
        <a:off x="42265" y="2993320"/>
        <a:ext cx="4935080" cy="781270"/>
      </dsp:txXfrm>
    </dsp:sp>
    <dsp:sp modelId="{DF009B00-BDAA-406C-831B-48014C6DE6A5}">
      <dsp:nvSpPr>
        <dsp:cNvPr id="0" name=""/>
        <dsp:cNvSpPr/>
      </dsp:nvSpPr>
      <dsp:spPr>
        <a:xfrm>
          <a:off x="0" y="3923415"/>
          <a:ext cx="5019610" cy="865800"/>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1" kern="1200" dirty="0"/>
            <a:t>“Fix one small thing, </a:t>
          </a:r>
          <a:br>
            <a:rPr lang="en-US" sz="1800" b="0" i="1" kern="1200" dirty="0"/>
          </a:br>
          <a:r>
            <a:rPr lang="en-US" sz="1800" b="0" i="1" kern="1200" dirty="0"/>
            <a:t>then refresh and check again.”</a:t>
          </a:r>
        </a:p>
      </dsp:txBody>
      <dsp:txXfrm>
        <a:off x="42265" y="3965680"/>
        <a:ext cx="4935080" cy="78127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64943E5A-6629-4B53-8BAD-0FC37077EB14}" type="datetimeFigureOut">
              <a:rPr lang="en-US" smtClean="0"/>
              <a:t>6/27/2026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3382475-516A-409A-944E-F435F3DFCCF2}" type="datetimeFigureOut">
              <a:rPr lang="en-US" smtClean="0"/>
              <a:t>6/27/2026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p>
          <a:p>
            <a:r>
              <a:rPr lang="en-US" sz="1300" dirty="0"/>
              <a:t>- Start with pressure reduction.</a:t>
            </a:r>
          </a:p>
          <a:p>
            <a:r>
              <a:rPr lang="en-US" sz="1300" dirty="0"/>
              <a:t>- Say that professional-looking pages come later.</a:t>
            </a:r>
          </a:p>
          <a:p>
            <a:r>
              <a:rPr lang="en-US" sz="1300" dirty="0"/>
              <a:t>- Today's success condition is visible existence in a browser.</a:t>
            </a:r>
          </a:p>
          <a:p>
            <a:br>
              <a:rPr lang="en-US" sz="1300" dirty="0"/>
            </a:br>
            <a:r>
              <a:rPr lang="en-US" sz="1300" b="1" dirty="0"/>
              <a:t>**Transition cue:**</a:t>
            </a:r>
          </a:p>
          <a:p>
            <a:r>
              <a:rPr lang="en-US" sz="1300" dirty="0"/>
              <a:t>"Before we make it pretty or interactive, the browser needs something real to read."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4162989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2048624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B775-FC50-851C-2D9A-2F1DC30AE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0C160-056D-41F6-11DC-CA18A50E8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00C8A-539C-2A28-4882-C9F3292B7A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77EA13-4077-A18D-6685-7B85361A543B}"/>
              </a:ext>
            </a:extLst>
          </p:cNvPr>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3204604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 Establish the course's separation of concerns.</a:t>
            </a:r>
          </a:p>
          <a:p>
            <a:r>
              <a:rPr lang="en-US" sz="1300" dirty="0"/>
              <a:t>- HTML comes first because CSS and JavaScript need something to attach to.</a:t>
            </a:r>
          </a:p>
          <a:p>
            <a:r>
              <a:rPr lang="en-US" sz="1300" dirty="0"/>
              <a:t>- Avoid going into CSS/JS details.</a:t>
            </a:r>
          </a:p>
          <a:p>
            <a:endParaRPr lang="en-US" sz="1300" dirty="0"/>
          </a:p>
          <a:p>
            <a:r>
              <a:rPr lang="en-US" sz="1300" b="1" dirty="0"/>
              <a:t>**Transition cue:**</a:t>
            </a:r>
            <a:endParaRPr lang="en-US" sz="1300" dirty="0"/>
          </a:p>
          <a:p>
            <a:r>
              <a:rPr lang="en-US" sz="1300" dirty="0"/>
              <a:t>"Today we only work in the first layer."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4276463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7749B-D072-D15A-F3A2-BF8736C0D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1AFB0-7CC3-D180-180D-4A36771B5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8F14E-02AD-B7F6-7A9F-F7382174F6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8D2B7F-B401-99FE-E953-60781A7EA080}"/>
              </a:ext>
            </a:extLst>
          </p:cNvPr>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3646788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Explain heading, paragraph, and link as meaning.</a:t>
            </a:r>
          </a:p>
          <a:p>
            <a:r>
              <a:rPr lang="en-US" sz="1300" dirty="0"/>
              <a:t>Appearance will feel unfinished because CSS has not arrived yet.</a:t>
            </a:r>
          </a:p>
          <a:p>
            <a:endParaRPr lang="en-US" sz="1300" b="1" dirty="0"/>
          </a:p>
          <a:p>
            <a:r>
              <a:rPr lang="en-US" sz="1300" b="1" dirty="0"/>
              <a:t>**Transition cue:**</a:t>
            </a:r>
            <a:endParaRPr lang="en-US" sz="1300" dirty="0"/>
          </a:p>
          <a:p>
            <a:r>
              <a:rPr lang="en-US" sz="1300" dirty="0"/>
              <a:t>"So what does a meaningful page look like as a file?"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1758602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0D89-DAC2-932D-1C7A-D941F985A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9BA701-DDFA-82DA-166C-53CE6989C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34DE0-1E3A-C71A-EDBC-A3320EAF0A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B2D311-9D02-B902-4272-1A2E64CAE69E}"/>
              </a:ext>
            </a:extLst>
          </p:cNvPr>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1230146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is the first development loop.</a:t>
            </a:r>
          </a:p>
          <a:p>
            <a:r>
              <a:rPr lang="en-US" sz="1300" dirty="0"/>
              <a:t>Students need to see that the browser does not magically know unsaved changes.</a:t>
            </a:r>
          </a:p>
          <a:p>
            <a:br>
              <a:rPr lang="en-US" sz="1300" dirty="0"/>
            </a:br>
            <a:r>
              <a:rPr lang="en-US" sz="1300" b="1" dirty="0"/>
              <a:t>**Transition cue:**</a:t>
            </a:r>
            <a:endParaRPr lang="en-US" sz="1300" dirty="0"/>
          </a:p>
          <a:p>
            <a:r>
              <a:rPr lang="en-US" sz="1300" dirty="0"/>
              <a:t>"Let's look at the minimum file the browser can understand."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1403321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 this as the scope boundary before the first code demo.</a:t>
            </a:r>
          </a:p>
          <a:p>
            <a:r>
              <a:rPr lang="en-US" sz="1300" dirty="0"/>
              <a:t>Keep the visible focus on active tools only.</a:t>
            </a:r>
          </a:p>
          <a:p>
            <a:r>
              <a:rPr lang="en-US" sz="1300" dirty="0"/>
              <a:t>Keep the tone calm and practical.</a:t>
            </a:r>
          </a:p>
          <a:p>
            <a:endParaRPr lang="en-US" sz="1300" dirty="0"/>
          </a:p>
          <a:p>
            <a:r>
              <a:rPr lang="en-US" sz="1300" b="1" dirty="0"/>
              <a:t>**Transition cue:**</a:t>
            </a:r>
            <a:endParaRPr lang="en-US" sz="1300" dirty="0"/>
          </a:p>
          <a:p>
            <a:r>
              <a:rPr lang="en-US" sz="1300" dirty="0"/>
              <a:t>"That also means a few tempting tools are intentionally not in our hands yet."</a:t>
            </a:r>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4DB3A-8ABE-BA35-0432-63C7017D1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8D5DF-D969-3DBB-7B81-1AA1FC38F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91047-2215-5C88-29FE-994B6FDD18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3F3378-C585-D169-1449-6292A890C8D2}"/>
              </a:ext>
            </a:extLst>
          </p:cNvPr>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3207067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Explain that parked topics are not forbidden or scary; they are simply not today's job.</a:t>
            </a:r>
          </a:p>
          <a:p>
            <a:r>
              <a:rPr lang="en-US" sz="1300" dirty="0"/>
              <a:t>Use this to reduce the common beginner urge to style before the structure works.</a:t>
            </a:r>
          </a:p>
          <a:p>
            <a:r>
              <a:rPr lang="en-US" sz="1300" dirty="0"/>
              <a:t>Name this as separation of concerns by example: active tools and deferred tools stay separate.</a:t>
            </a:r>
          </a:p>
          <a:p>
            <a:endParaRPr lang="en-US" sz="1300" dirty="0"/>
          </a:p>
          <a:p>
            <a:r>
              <a:rPr lang="en-US" sz="1300" b="1" dirty="0"/>
              <a:t>**Transition cue:**</a:t>
            </a:r>
            <a:endParaRPr lang="en-US" sz="1300" dirty="0"/>
          </a:p>
          <a:p>
            <a:r>
              <a:rPr lang="en-US" sz="1300" dirty="0"/>
              <a:t>"Now let's see the shape today's tools create."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1263435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EA326-1D35-DCAE-D091-69C650774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04835-181F-9341-5664-876685640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02F40-742F-B87A-50DE-82550C954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623CFF-16F7-67F6-DEA0-9CC114AF4C37}"/>
              </a:ext>
            </a:extLst>
          </p:cNvPr>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381849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Keep this conceptual.</a:t>
            </a:r>
          </a:p>
          <a:p>
            <a:r>
              <a:rPr lang="en-US" sz="1300" dirty="0"/>
              <a:t>The exact typing happens in the demo.</a:t>
            </a:r>
          </a:p>
          <a:p>
            <a:br>
              <a:rPr lang="en-US" sz="1300" dirty="0"/>
            </a:br>
            <a:r>
              <a:rPr lang="en-US" sz="1300" b="1" dirty="0"/>
              <a:t>**Transition cue:**</a:t>
            </a:r>
            <a:endParaRPr lang="en-US" sz="1300" dirty="0"/>
          </a:p>
          <a:p>
            <a:r>
              <a:rPr lang="en-US" sz="1300" dirty="0"/>
              <a:t>"Now we will build that shape from nothing."</a:t>
            </a:r>
          </a:p>
        </p:txBody>
      </p:sp>
      <p:sp>
        <p:nvSpPr>
          <p:cNvPr id="4" name="Slide Number Placeholder 3"/>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1838195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A42CA-E7C3-37EA-4F76-E9EDD7733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9410F-6CE3-A8E7-813C-D9913BC6A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CD15D-1577-9818-296B-5CA70CE274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B86457-4991-62B0-300E-5821B8767166}"/>
              </a:ext>
            </a:extLst>
          </p:cNvPr>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562190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540076">
              <a:defRPr/>
            </a:pPr>
            <a:fld id="{1916ACA2-47E6-42D2-BEC8-EDC49A1A9FA1}" type="slidenum">
              <a:rPr lang="en-US" sz="1600">
                <a:solidFill>
                  <a:prstClr val="black"/>
                </a:solidFill>
                <a:latin typeface="Aptos" panose="02110004020202020204"/>
              </a:rPr>
              <a:pPr defTabSz="540076">
                <a:defRPr/>
              </a:pPr>
              <a:t>16</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3125657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Create a new folder and file.</a:t>
            </a:r>
          </a:p>
          <a:p>
            <a:r>
              <a:rPr lang="en-US" sz="1300" dirty="0"/>
              <a:t>Narrate file naming: `index.html` is the common home page name.</a:t>
            </a:r>
          </a:p>
          <a:p>
            <a:r>
              <a:rPr lang="en-US" sz="1300" dirty="0"/>
              <a:t>Do not mention hosting/deployment.</a:t>
            </a:r>
          </a:p>
          <a:p>
            <a:endParaRPr lang="en-US" sz="1300" dirty="0"/>
          </a:p>
          <a:p>
            <a:r>
              <a:rPr lang="en-US" sz="1300" b="1" dirty="0"/>
              <a:t>**Transition cue:**</a:t>
            </a:r>
            <a:endParaRPr lang="en-US" sz="1300" dirty="0"/>
          </a:p>
          <a:p>
            <a:r>
              <a:rPr lang="en-US" sz="1300" dirty="0"/>
              <a:t>"I am going to type this slowly enough that the shape is visible.“</a:t>
            </a:r>
          </a:p>
          <a:p>
            <a:endParaRPr lang="en-US" sz="1300" dirty="0"/>
          </a:p>
          <a:p>
            <a:r>
              <a:rPr lang="en-US" sz="1300" dirty="0"/>
              <a:t>Demo connection:</a:t>
            </a:r>
          </a:p>
          <a:p>
            <a:r>
              <a:rPr lang="en-US" sz="1300" dirty="0"/>
              <a:t>- `01_monday_hello_world/index.html`</a:t>
            </a:r>
          </a:p>
          <a:p>
            <a:endParaRPr lang="en-US" sz="1300" dirty="0"/>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2535117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 Type:</a:t>
            </a:r>
          </a:p>
          <a:p>
            <a:r>
              <a:rPr lang="en-US" sz="1300" dirty="0"/>
              <a:t>  - `&lt;!doctype html&gt;`</a:t>
            </a:r>
          </a:p>
          <a:p>
            <a:r>
              <a:rPr lang="en-US" sz="1300" dirty="0"/>
              <a:t>  - `&lt;html lang="</a:t>
            </a:r>
            <a:r>
              <a:rPr lang="en-US" sz="1300" dirty="0" err="1"/>
              <a:t>en</a:t>
            </a:r>
            <a:r>
              <a:rPr lang="en-US" sz="1300" dirty="0"/>
              <a:t>"&gt;`</a:t>
            </a:r>
          </a:p>
          <a:p>
            <a:r>
              <a:rPr lang="en-US" sz="1300" dirty="0"/>
              <a:t>  - `&lt;head&gt;`</a:t>
            </a:r>
          </a:p>
          <a:p>
            <a:r>
              <a:rPr lang="en-US" sz="1300" dirty="0"/>
              <a:t>  - `&lt;meta charset="utf-8"&gt;`</a:t>
            </a:r>
          </a:p>
          <a:p>
            <a:r>
              <a:rPr lang="en-US" sz="1300" dirty="0"/>
              <a:t>  - `&lt;title&gt;Hello World&lt;/title&gt;`</a:t>
            </a:r>
          </a:p>
          <a:p>
            <a:r>
              <a:rPr lang="en-US" sz="1300" dirty="0"/>
              <a:t>  - `&lt;body&gt;`</a:t>
            </a:r>
          </a:p>
          <a:p>
            <a:r>
              <a:rPr lang="en-US" sz="1300" dirty="0"/>
              <a:t>  - `&lt;h1&gt;Hello World&lt;/h1&gt;`</a:t>
            </a:r>
          </a:p>
          <a:p>
            <a:r>
              <a:rPr lang="en-US" sz="1300" dirty="0"/>
              <a:t>  - `&lt;p&gt;This is my first web page.&lt;/p&gt;`</a:t>
            </a:r>
          </a:p>
          <a:p>
            <a:r>
              <a:rPr lang="en-US" sz="1300" dirty="0"/>
              <a:t>- Save and open in browser.</a:t>
            </a:r>
          </a:p>
          <a:p>
            <a:r>
              <a:rPr lang="en-US" sz="1300" dirty="0"/>
              <a:t>- Change one line and refresh.</a:t>
            </a:r>
          </a:p>
          <a:p>
            <a:br>
              <a:rPr lang="en-US" sz="1300" dirty="0"/>
            </a:br>
            <a:r>
              <a:rPr lang="en-US" sz="1300" b="1" dirty="0"/>
              <a:t>**Transition cue:**</a:t>
            </a:r>
            <a:endParaRPr lang="en-US" sz="1300" dirty="0"/>
          </a:p>
          <a:p>
            <a:r>
              <a:rPr lang="en-US" sz="1300" dirty="0"/>
              <a:t>"Now that it exists, what exactly did the browser use?"</a:t>
            </a:r>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34862124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Reinforce that HTML is interpreted by the browser.</a:t>
            </a:r>
          </a:p>
          <a:p>
            <a:r>
              <a:rPr lang="en-US" sz="1300" dirty="0"/>
              <a:t>Avoid making this mystical.</a:t>
            </a:r>
          </a:p>
          <a:p>
            <a:endParaRPr lang="en-US" sz="1300" dirty="0"/>
          </a:p>
          <a:p>
            <a:r>
              <a:rPr lang="en-US" sz="1300" b="1" dirty="0"/>
              <a:t>**Transition cue:**</a:t>
            </a:r>
            <a:endParaRPr lang="en-US" sz="1300" dirty="0"/>
          </a:p>
          <a:p>
            <a:r>
              <a:rPr lang="en-US" sz="1300" dirty="0"/>
              <a:t>"One early confusion is the difference between two different 'titles.'"</a:t>
            </a:r>
          </a:p>
        </p:txBody>
      </p:sp>
      <p:sp>
        <p:nvSpPr>
          <p:cNvPr id="4" name="Slide Number Placeholder 3"/>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2128487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Show both in the demo.</a:t>
            </a:r>
          </a:p>
          <a:p>
            <a:r>
              <a:rPr lang="en-US" sz="1300" dirty="0"/>
              <a:t>This small distinction prevents lots of beginner confusion.</a:t>
            </a:r>
          </a:p>
          <a:p>
            <a:endParaRPr lang="en-US" sz="1300" dirty="0"/>
          </a:p>
          <a:p>
            <a:r>
              <a:rPr lang="en-US" sz="1300" b="1" dirty="0"/>
              <a:t>**Transition cue:**</a:t>
            </a:r>
            <a:endParaRPr lang="en-US" sz="1300" dirty="0"/>
          </a:p>
          <a:p>
            <a:r>
              <a:rPr lang="en-US" sz="1300" dirty="0"/>
              <a:t>"This page is not impressive. That is fine."</a:t>
            </a:r>
          </a:p>
        </p:txBody>
      </p:sp>
      <p:sp>
        <p:nvSpPr>
          <p:cNvPr id="4" name="Slide Number Placeholder 3"/>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3679084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DA5E7-1CDE-0262-5C40-EF9F86EEDB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9C1C9-9A21-117F-1C53-9DA389668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94764-F186-87D6-CC75-582B215B4F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9836F6-8BD1-968A-D0F8-EC91CA6E2467}"/>
              </a:ext>
            </a:extLst>
          </p:cNvPr>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3000165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Explicitly tell students not to chase styling.</a:t>
            </a:r>
          </a:p>
          <a:p>
            <a:r>
              <a:rPr lang="en-US" sz="1300" dirty="0"/>
              <a:t>A plain working page is a success.</a:t>
            </a:r>
          </a:p>
          <a:p>
            <a:endParaRPr lang="en-US" sz="1300" dirty="0"/>
          </a:p>
          <a:p>
            <a:r>
              <a:rPr lang="en-US" sz="1300" b="1" dirty="0"/>
              <a:t>**Transition cue:**</a:t>
            </a:r>
            <a:endParaRPr lang="en-US" sz="1300" dirty="0"/>
          </a:p>
          <a:p>
            <a:r>
              <a:rPr lang="en-US" sz="1300" dirty="0"/>
              <a:t>"Here is what usually goes wrong in Week 1."</a:t>
            </a:r>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4098050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7A33D-37B1-30F9-2CB1-906981560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B6473-AD70-124D-4D7D-AE41794FF0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E7011-7171-3C7E-576C-DD39DFA8A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4385B3-0272-A4D1-0DB7-C30671A65CEB}"/>
              </a:ext>
            </a:extLst>
          </p:cNvPr>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3531116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Explain each briefly.</a:t>
            </a:r>
          </a:p>
          <a:p>
            <a:r>
              <a:rPr lang="en-US" sz="1300" dirty="0"/>
              <a:t>Keep the tone normal: mistakes are part of the loop.</a:t>
            </a:r>
          </a:p>
          <a:p>
            <a:endParaRPr lang="en-US" sz="1300" dirty="0"/>
          </a:p>
          <a:p>
            <a:r>
              <a:rPr lang="en-US" sz="1300" b="1" dirty="0"/>
              <a:t>**Transition cue:**</a:t>
            </a:r>
            <a:endParaRPr lang="en-US" sz="1300" dirty="0"/>
          </a:p>
          <a:p>
            <a:r>
              <a:rPr lang="en-US" sz="1300" dirty="0"/>
              <a:t>"The lab takes this from one page to a small connected site."</a:t>
            </a:r>
          </a:p>
        </p:txBody>
      </p:sp>
      <p:sp>
        <p:nvSpPr>
          <p:cNvPr id="4" name="Slide Number Placeholder 3"/>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36303921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Emphasize that Tuesday is the first build loop, not the full endpoint.</a:t>
            </a:r>
          </a:p>
          <a:p>
            <a:r>
              <a:rPr lang="en-US" sz="1300" dirty="0"/>
              <a:t>Students need one working page before the multi-page assignment makes sense.</a:t>
            </a:r>
          </a:p>
          <a:p>
            <a:r>
              <a:rPr lang="en-US" sz="1300" dirty="0"/>
              <a:t>Preview only lightly that Wednesday will show how one page grows into a site.</a:t>
            </a:r>
          </a:p>
          <a:p>
            <a:endParaRPr lang="en-US" sz="1300" dirty="0"/>
          </a:p>
          <a:p>
            <a:r>
              <a:rPr lang="en-US" sz="1300" b="1" dirty="0"/>
              <a:t>**Transition cue:**</a:t>
            </a:r>
            <a:endParaRPr lang="en-US" sz="1300" dirty="0"/>
          </a:p>
          <a:p>
            <a:r>
              <a:rPr lang="en-US" sz="1300" dirty="0"/>
              <a:t>"What evidence should you preserve as you work?“</a:t>
            </a:r>
          </a:p>
          <a:p>
            <a:endParaRPr lang="en-US" sz="1300" dirty="0"/>
          </a:p>
          <a:p>
            <a:r>
              <a:rPr lang="en-US" sz="1300" b="1" dirty="0"/>
              <a:t>Lab connection:</a:t>
            </a:r>
          </a:p>
          <a:p>
            <a:r>
              <a:rPr lang="en-US" sz="1300" dirty="0"/>
              <a:t>- `Assignments/1_HTML_Multi-Page_Site.md`</a:t>
            </a:r>
          </a:p>
          <a:p>
            <a:endParaRPr lang="en-US" sz="1300" dirty="0"/>
          </a:p>
        </p:txBody>
      </p:sp>
      <p:sp>
        <p:nvSpPr>
          <p:cNvPr id="4" name="Slide Number Placeholder 3"/>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Keep evidence expectations limited to the first lab moment.</a:t>
            </a:r>
          </a:p>
          <a:p>
            <a:r>
              <a:rPr lang="en-US" sz="1300" dirty="0"/>
              <a:t>Do not ask students to prove navigation before Wednesday introduces it.</a:t>
            </a:r>
          </a:p>
          <a:p>
            <a:r>
              <a:rPr lang="en-US" sz="1300" dirty="0"/>
              <a:t>Mention that later evidence will include multiple pages and the final reflection.</a:t>
            </a:r>
          </a:p>
          <a:p>
            <a:endParaRPr lang="en-US" sz="1300" dirty="0"/>
          </a:p>
          <a:p>
            <a:r>
              <a:rPr lang="en-US" sz="1300" b="1" dirty="0"/>
              <a:t>**Transition cue:**</a:t>
            </a:r>
            <a:endParaRPr lang="en-US" sz="1300" dirty="0"/>
          </a:p>
          <a:p>
            <a:r>
              <a:rPr lang="en-US" sz="1300" dirty="0"/>
              <a:t>"Wednesday continues this same site by improving structure and navigation."</a:t>
            </a:r>
            <a:br>
              <a:rPr lang="en-US" sz="1400" dirty="0"/>
            </a:br>
            <a:endParaRPr lang="en-US" sz="1400" dirty="0"/>
          </a:p>
        </p:txBody>
      </p:sp>
      <p:sp>
        <p:nvSpPr>
          <p:cNvPr id="4" name="Slide Number Placeholder 3"/>
          <p:cNvSpPr>
            <a:spLocks noGrp="1"/>
          </p:cNvSpPr>
          <p:nvPr>
            <p:ph type="sldNum" sz="quarter" idx="5"/>
          </p:nvPr>
        </p:nvSpPr>
        <p:spPr/>
        <p:txBody>
          <a:bodyPr/>
          <a:lstStyle/>
          <a:p>
            <a:pPr defTabSz="510903">
              <a:defRPr/>
            </a:pPr>
            <a:fld id="{1916ACA2-47E6-42D2-BEC8-EDC49A1A9FA1}" type="slidenum">
              <a:rPr lang="en-US" sz="1400">
                <a:solidFill>
                  <a:prstClr val="black"/>
                </a:solidFill>
                <a:latin typeface="Aptos" panose="02110004020202020204"/>
              </a:rPr>
              <a:pPr defTabSz="510903">
                <a:defRPr/>
              </a:pPr>
              <a:t>26</a:t>
            </a:fld>
            <a:endParaRPr lang="en-US" sz="1400">
              <a:solidFill>
                <a:prstClr val="black"/>
              </a:solidFill>
              <a:latin typeface="Aptos" panose="02110004020202020204"/>
            </a:endParaRPr>
          </a:p>
        </p:txBody>
      </p:sp>
    </p:spTree>
    <p:extLst>
      <p:ext uri="{BB962C8B-B14F-4D97-AF65-F5344CB8AC3E}">
        <p14:creationId xmlns:p14="http://schemas.microsoft.com/office/powerpoint/2010/main" val="30176542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Close with confidence.</a:t>
            </a:r>
          </a:p>
          <a:p>
            <a:r>
              <a:rPr lang="en-US" sz="1300" dirty="0"/>
              <a:t>Re-state: ugly is not failure in Week 1.</a:t>
            </a:r>
          </a:p>
          <a:p>
            <a:r>
              <a:rPr lang="en-US" sz="1300" dirty="0"/>
              <a:t>Mention that Wednesday will continue the same site by adding structure and navigation.</a:t>
            </a:r>
          </a:p>
          <a:p>
            <a:endParaRPr lang="en-US" sz="1300" dirty="0"/>
          </a:p>
          <a:p>
            <a:r>
              <a:rPr lang="en-US" sz="1300" b="1" dirty="0"/>
              <a:t>**Transition cue:**</a:t>
            </a:r>
            <a:endParaRPr lang="en-US" sz="1300" dirty="0"/>
          </a:p>
          <a:p>
            <a:r>
              <a:rPr lang="en-US" sz="1300" dirty="0"/>
              <a:t>End.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27</a:t>
            </a:fld>
            <a:endParaRPr lang="en-US"/>
          </a:p>
        </p:txBody>
      </p:sp>
    </p:spTree>
    <p:extLst>
      <p:ext uri="{BB962C8B-B14F-4D97-AF65-F5344CB8AC3E}">
        <p14:creationId xmlns:p14="http://schemas.microsoft.com/office/powerpoint/2010/main" val="269333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28</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pixabay.com/vectors/firefox-browser-logo-fox-internet-24921/"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a:xfrm>
            <a:off x="1476103" y="1358537"/>
            <a:ext cx="5481211" cy="2692299"/>
          </a:xfrm>
        </p:spPr>
        <p:txBody>
          <a:bodyPr/>
          <a:lstStyle/>
          <a:p>
            <a:r>
              <a:rPr lang="en-US" dirty="0"/>
              <a:t>Web Development Foundations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1 – HTML: Something Exists</a:t>
            </a:r>
          </a:p>
          <a:p>
            <a:r>
              <a:rPr lang="en-US" i="1" dirty="0"/>
              <a:t>Day 1: “HTML Foundations Live”</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FB4A-90C4-BC75-1310-AE8468867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1D023-E004-8B09-0AC0-3833D2CC6E43}"/>
              </a:ext>
            </a:extLst>
          </p:cNvPr>
          <p:cNvSpPr>
            <a:spLocks noGrp="1"/>
          </p:cNvSpPr>
          <p:nvPr>
            <p:ph type="title"/>
          </p:nvPr>
        </p:nvSpPr>
        <p:spPr/>
        <p:txBody>
          <a:bodyPr/>
          <a:lstStyle/>
          <a:p>
            <a:r>
              <a:rPr lang="en-US" dirty="0"/>
              <a:t>Beginnings</a:t>
            </a:r>
          </a:p>
        </p:txBody>
      </p:sp>
      <p:graphicFrame>
        <p:nvGraphicFramePr>
          <p:cNvPr id="5" name="Content Placeholder 2">
            <a:extLst>
              <a:ext uri="{FF2B5EF4-FFF2-40B4-BE49-F238E27FC236}">
                <a16:creationId xmlns:a16="http://schemas.microsoft.com/office/drawing/2014/main" id="{534D4B3E-6872-9567-261B-7BECC28786D5}"/>
              </a:ext>
            </a:extLst>
          </p:cNvPr>
          <p:cNvGraphicFramePr>
            <a:graphicFrameLocks noGrp="1"/>
          </p:cNvGraphicFramePr>
          <p:nvPr>
            <p:ph idx="1"/>
          </p:nvPr>
        </p:nvGraphicFramePr>
        <p:xfrm>
          <a:off x="609599" y="2160590"/>
          <a:ext cx="6347714" cy="3880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3488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410D77-E7C1-DDF5-0FD1-14A5194BF474}"/>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A “blank” page</a:t>
            </a:r>
          </a:p>
        </p:txBody>
      </p:sp>
      <p:pic>
        <p:nvPicPr>
          <p:cNvPr id="5" name="Picture Placeholder 4">
            <a:extLst>
              <a:ext uri="{FF2B5EF4-FFF2-40B4-BE49-F238E27FC236}">
                <a16:creationId xmlns:a16="http://schemas.microsoft.com/office/drawing/2014/main" id="{B9364B49-74DA-2C06-24A0-E6B9E6992B47}"/>
              </a:ext>
            </a:extLst>
          </p:cNvPr>
          <p:cNvPicPr>
            <a:picLocks noGrp="1" noChangeAspect="1"/>
          </p:cNvPicPr>
          <p:nvPr>
            <p:ph type="pic" idx="1"/>
          </p:nvPr>
        </p:nvPicPr>
        <p:blipFill>
          <a:blip r:embed="rId3"/>
          <a:srcRect t="536" b="-449"/>
          <a:stretch>
            <a:fillRect/>
          </a:stretch>
        </p:blipFill>
        <p:spPr>
          <a:xfrm>
            <a:off x="1746068" y="1134233"/>
            <a:ext cx="4772298" cy="3623051"/>
          </a:xfrm>
          <a:prstGeom prst="rect">
            <a:avLst/>
          </a:prstGeom>
        </p:spPr>
      </p:pic>
    </p:spTree>
    <p:extLst>
      <p:ext uri="{BB962C8B-B14F-4D97-AF65-F5344CB8AC3E}">
        <p14:creationId xmlns:p14="http://schemas.microsoft.com/office/powerpoint/2010/main" val="178300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7FA37-20DF-24E2-A7D7-E1042B2D42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8EBFFB-1333-BC8E-EB89-C58FBE078B78}"/>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Something Exists</a:t>
            </a:r>
          </a:p>
        </p:txBody>
      </p:sp>
      <p:pic>
        <p:nvPicPr>
          <p:cNvPr id="5" name="Picture Placeholder 4" descr="Diagram showing a simple HTML file named &quot;index.html&quot; on the left with code that creates a webpage displaying &quot;Hello, World!&quot; and a paragraph stating &quot;This is my first page. It exists!&quot;. On the right, a browser window renders the webpage output, illustrating the goal of making content appear in a browser.">
            <a:extLst>
              <a:ext uri="{FF2B5EF4-FFF2-40B4-BE49-F238E27FC236}">
                <a16:creationId xmlns:a16="http://schemas.microsoft.com/office/drawing/2014/main" id="{13135826-F5DF-48FB-96F3-A683A642B098}"/>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281775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A34B9-4282-4F69-6D75-152BF8906AA8}"/>
              </a:ext>
            </a:extLst>
          </p:cNvPr>
          <p:cNvSpPr>
            <a:spLocks noGrp="1"/>
          </p:cNvSpPr>
          <p:nvPr>
            <p:ph type="title"/>
          </p:nvPr>
        </p:nvSpPr>
        <p:spPr>
          <a:xfrm>
            <a:off x="2089535" y="609600"/>
            <a:ext cx="4865966" cy="1320800"/>
          </a:xfrm>
        </p:spPr>
        <p:txBody>
          <a:bodyPr>
            <a:normAutofit/>
          </a:bodyPr>
          <a:lstStyle/>
          <a:p>
            <a:r>
              <a:rPr lang="en-US" dirty="0"/>
              <a:t>Course Layer Map</a:t>
            </a:r>
          </a:p>
        </p:txBody>
      </p:sp>
      <p:pic>
        <p:nvPicPr>
          <p:cNvPr id="5" name="Picture 4" descr="Abstract background">
            <a:extLst>
              <a:ext uri="{FF2B5EF4-FFF2-40B4-BE49-F238E27FC236}">
                <a16:creationId xmlns:a16="http://schemas.microsoft.com/office/drawing/2014/main" id="{6DCA8050-8E61-7200-FB97-E7FA7FDA1CD3}"/>
              </a:ext>
            </a:extLst>
          </p:cNvPr>
          <p:cNvPicPr>
            <a:picLocks noChangeAspect="1"/>
          </p:cNvPicPr>
          <p:nvPr/>
        </p:nvPicPr>
        <p:blipFill>
          <a:blip r:embed="rId3">
            <a:duotone>
              <a:prstClr val="black"/>
              <a:schemeClr val="tx2">
                <a:tint val="45000"/>
                <a:satMod val="400000"/>
              </a:schemeClr>
            </a:duotone>
          </a:blip>
          <a:srcRect l="60831" r="21277"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21FFBCD-3E25-CBB7-2E73-683DBF46A6D1}"/>
              </a:ext>
            </a:extLst>
          </p:cNvPr>
          <p:cNvSpPr>
            <a:spLocks noGrp="1"/>
          </p:cNvSpPr>
          <p:nvPr>
            <p:ph idx="1"/>
          </p:nvPr>
        </p:nvSpPr>
        <p:spPr>
          <a:xfrm>
            <a:off x="2089535" y="2160589"/>
            <a:ext cx="4865966" cy="3880773"/>
          </a:xfrm>
        </p:spPr>
        <p:txBody>
          <a:bodyPr>
            <a:normAutofit/>
          </a:bodyPr>
          <a:lstStyle/>
          <a:p>
            <a:pPr marL="0" indent="0">
              <a:buNone/>
            </a:pPr>
            <a:r>
              <a:rPr lang="en-US" dirty="0"/>
              <a:t>Web pages have layers:</a:t>
            </a:r>
          </a:p>
          <a:p>
            <a:r>
              <a:rPr lang="en-US" dirty="0"/>
              <a:t>HTML gives content structure.</a:t>
            </a:r>
          </a:p>
          <a:p>
            <a:r>
              <a:rPr lang="en-US" dirty="0"/>
              <a:t>CSS controls appearance.</a:t>
            </a:r>
          </a:p>
          <a:p>
            <a:r>
              <a:rPr lang="en-US" dirty="0"/>
              <a:t>JavaScript adds behavior.</a:t>
            </a:r>
          </a:p>
          <a:p>
            <a:pPr marL="0" indent="0">
              <a:buNone/>
            </a:pPr>
            <a:endParaRPr lang="en-US" dirty="0"/>
          </a:p>
          <a:p>
            <a:pPr marL="0" indent="0">
              <a:buNone/>
            </a:pPr>
            <a:r>
              <a:rPr lang="en-US" i="1" dirty="0"/>
              <a:t>Today: HTML only.</a:t>
            </a:r>
          </a:p>
        </p:txBody>
      </p:sp>
    </p:spTree>
    <p:extLst>
      <p:ext uri="{BB962C8B-B14F-4D97-AF65-F5344CB8AC3E}">
        <p14:creationId xmlns:p14="http://schemas.microsoft.com/office/powerpoint/2010/main" val="3953162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07B8-B6F3-FA65-93D7-30E0821374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206244A-E8D3-5B31-E51F-8BD741F6F3F3}"/>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Web Page Layers</a:t>
            </a:r>
          </a:p>
        </p:txBody>
      </p:sp>
      <p:pic>
        <p:nvPicPr>
          <p:cNvPr id="5" name="Picture Placeholder 4" descr="Diagram illustrating three main web development layers: HTML, CSS, and JavaScript. HTML is highlighted in blue as the current focus, defining page structure, while CSS and JavaScript are grayed out, representing appearance and behavior layers respectively.">
            <a:extLst>
              <a:ext uri="{FF2B5EF4-FFF2-40B4-BE49-F238E27FC236}">
                <a16:creationId xmlns:a16="http://schemas.microsoft.com/office/drawing/2014/main" id="{5298A949-EC1F-1267-5504-1F0230520148}"/>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88473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225114-C61E-FC5D-5FD2-FD06B3285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93A16-9161-5066-B6FE-58343A47533B}"/>
              </a:ext>
            </a:extLst>
          </p:cNvPr>
          <p:cNvSpPr>
            <a:spLocks noGrp="1"/>
          </p:cNvSpPr>
          <p:nvPr>
            <p:ph type="title"/>
          </p:nvPr>
        </p:nvSpPr>
        <p:spPr>
          <a:xfrm>
            <a:off x="508000" y="609600"/>
            <a:ext cx="6447501" cy="1320800"/>
          </a:xfrm>
        </p:spPr>
        <p:txBody>
          <a:bodyPr>
            <a:normAutofit/>
          </a:bodyPr>
          <a:lstStyle/>
          <a:p>
            <a:r>
              <a:rPr lang="en-US" dirty="0"/>
              <a:t>Core Idea</a:t>
            </a:r>
          </a:p>
        </p:txBody>
      </p:sp>
      <p:graphicFrame>
        <p:nvGraphicFramePr>
          <p:cNvPr id="5" name="Content Placeholder 2">
            <a:extLst>
              <a:ext uri="{FF2B5EF4-FFF2-40B4-BE49-F238E27FC236}">
                <a16:creationId xmlns:a16="http://schemas.microsoft.com/office/drawing/2014/main" id="{24DBF08E-8994-87F5-7606-62698692CACB}"/>
              </a:ext>
            </a:extLst>
          </p:cNvPr>
          <p:cNvGraphicFramePr>
            <a:graphicFrameLocks noGrp="1"/>
          </p:cNvGraphicFramePr>
          <p:nvPr>
            <p:ph idx="1"/>
            <p:extLst>
              <p:ext uri="{D42A27DB-BD31-4B8C-83A1-F6EECF244321}">
                <p14:modId xmlns:p14="http://schemas.microsoft.com/office/powerpoint/2010/main" val="3058158875"/>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4521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CC146-8A3A-3A8E-9D56-349AADF7F5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08C7ED-1273-69C8-FE99-FA13900E4AE4}"/>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HTML Dev Loop</a:t>
            </a:r>
          </a:p>
        </p:txBody>
      </p:sp>
      <p:pic>
        <p:nvPicPr>
          <p:cNvPr id="5" name="Picture Placeholder 4" descr="Diagram illustrating the first HTML development loop with four steps: creating a file named index.html, saving the file represented by a floppy disk icon, opening the file in a browser displaying &quot;Hello, World! This is my first page,&quot; and refreshing the browser shown by circular arrows. Each step is numbered in blue circles with brief instructions, emphasizing the cycle of changing, saving, and refreshing to see updates.">
            <a:extLst>
              <a:ext uri="{FF2B5EF4-FFF2-40B4-BE49-F238E27FC236}">
                <a16:creationId xmlns:a16="http://schemas.microsoft.com/office/drawing/2014/main" id="{66E37A6F-551C-2904-3F7F-4D12860CA738}"/>
              </a:ext>
            </a:extLst>
          </p:cNvPr>
          <p:cNvPicPr>
            <a:picLocks noGrp="1" noChangeAspect="1"/>
          </p:cNvPicPr>
          <p:nvPr>
            <p:ph type="pic" idx="1"/>
          </p:nvPr>
        </p:nvPicPr>
        <p:blipFill>
          <a:blip r:embed="rId3"/>
          <a:srcRect l="34" r="-87"/>
          <a:stretch>
            <a:fillRect/>
          </a:stretch>
        </p:blipFill>
        <p:spPr>
          <a:xfrm>
            <a:off x="566986" y="1092926"/>
            <a:ext cx="6626256" cy="3727269"/>
          </a:xfrm>
          <a:prstGeom prst="rect">
            <a:avLst/>
          </a:prstGeom>
        </p:spPr>
      </p:pic>
    </p:spTree>
    <p:extLst>
      <p:ext uri="{BB962C8B-B14F-4D97-AF65-F5344CB8AC3E}">
        <p14:creationId xmlns:p14="http://schemas.microsoft.com/office/powerpoint/2010/main" val="2569320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B6B2D-DF99-B82F-B88C-39754CE3BC05}"/>
              </a:ext>
            </a:extLst>
          </p:cNvPr>
          <p:cNvSpPr>
            <a:spLocks noGrp="1"/>
          </p:cNvSpPr>
          <p:nvPr>
            <p:ph type="title"/>
          </p:nvPr>
        </p:nvSpPr>
        <p:spPr>
          <a:xfrm>
            <a:off x="2089535" y="609600"/>
            <a:ext cx="4865966" cy="1320800"/>
          </a:xfrm>
        </p:spPr>
        <p:txBody>
          <a:bodyPr>
            <a:normAutofit/>
          </a:bodyPr>
          <a:lstStyle/>
          <a:p>
            <a:r>
              <a:rPr lang="en-US" dirty="0"/>
              <a:t>File To Browser</a:t>
            </a:r>
          </a:p>
        </p:txBody>
      </p:sp>
      <p:pic>
        <p:nvPicPr>
          <p:cNvPr id="5" name="Picture 4" descr="Files">
            <a:extLst>
              <a:ext uri="{FF2B5EF4-FFF2-40B4-BE49-F238E27FC236}">
                <a16:creationId xmlns:a16="http://schemas.microsoft.com/office/drawing/2014/main" id="{C98A6887-31CE-28DC-44E5-5560F957FF0F}"/>
              </a:ext>
            </a:extLst>
          </p:cNvPr>
          <p:cNvPicPr>
            <a:picLocks noChangeAspect="1"/>
          </p:cNvPicPr>
          <p:nvPr/>
        </p:nvPicPr>
        <p:blipFill>
          <a:blip r:embed="rId3">
            <a:duotone>
              <a:prstClr val="black"/>
              <a:schemeClr val="tx2">
                <a:tint val="45000"/>
                <a:satMod val="400000"/>
              </a:schemeClr>
            </a:duotone>
          </a:blip>
          <a:srcRect l="29908" r="50187" b="1"/>
          <a:stretch>
            <a:fillRect/>
          </a:stretch>
        </p:blipFill>
        <p:spPr>
          <a:xfrm>
            <a:off x="20" y="10"/>
            <a:ext cx="2050522"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9" name="Isosceles Triangle 8">
            <a:extLst>
              <a:ext uri="{FF2B5EF4-FFF2-40B4-BE49-F238E27FC236}">
                <a16:creationId xmlns:a16="http://schemas.microsoft.com/office/drawing/2014/main" id="{58CB4BA4-5207-43FB-9FA5-62223EF71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B7AD255-8F6A-E762-0EB5-4B0423866577}"/>
              </a:ext>
            </a:extLst>
          </p:cNvPr>
          <p:cNvSpPr>
            <a:spLocks noGrp="1"/>
          </p:cNvSpPr>
          <p:nvPr>
            <p:ph idx="1"/>
          </p:nvPr>
        </p:nvSpPr>
        <p:spPr>
          <a:xfrm>
            <a:off x="2089535" y="2160589"/>
            <a:ext cx="4865966" cy="3880773"/>
          </a:xfrm>
        </p:spPr>
        <p:txBody>
          <a:bodyPr>
            <a:normAutofit/>
          </a:bodyPr>
          <a:lstStyle/>
          <a:p>
            <a:pPr marL="0" indent="0" algn="ctr">
              <a:buNone/>
            </a:pPr>
            <a:r>
              <a:rPr lang="en-US" i="1" dirty="0"/>
              <a:t>File -&gt; Save -&gt; Browser -&gt; Refresh</a:t>
            </a:r>
          </a:p>
          <a:p>
            <a:pPr marL="0" indent="0">
              <a:buNone/>
            </a:pPr>
            <a:endParaRPr lang="en-US" dirty="0"/>
          </a:p>
          <a:p>
            <a:r>
              <a:rPr lang="en-US" dirty="0"/>
              <a:t>The file stores the structure.</a:t>
            </a:r>
          </a:p>
          <a:p>
            <a:r>
              <a:rPr lang="en-US" dirty="0"/>
              <a:t>Save writes your changes.</a:t>
            </a:r>
          </a:p>
          <a:p>
            <a:r>
              <a:rPr lang="en-US" dirty="0"/>
              <a:t>The browser reads the saved file.</a:t>
            </a:r>
          </a:p>
          <a:p>
            <a:r>
              <a:rPr lang="en-US" dirty="0"/>
              <a:t>Refresh shows the latest saved version.</a:t>
            </a:r>
          </a:p>
        </p:txBody>
      </p:sp>
    </p:spTree>
    <p:extLst>
      <p:ext uri="{BB962C8B-B14F-4D97-AF65-F5344CB8AC3E}">
        <p14:creationId xmlns:p14="http://schemas.microsoft.com/office/powerpoint/2010/main" val="1504430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3048329" cy="3880773"/>
          </a:xfrm>
        </p:spPr>
        <p:txBody>
          <a:bodyPr>
            <a:normAutofit/>
          </a:bodyPr>
          <a:lstStyle/>
          <a:p>
            <a:r>
              <a:rPr lang="en-US" dirty="0"/>
              <a:t>`index.html`</a:t>
            </a:r>
          </a:p>
          <a:p>
            <a:r>
              <a:rPr lang="en-US" dirty="0"/>
              <a:t>`&lt;!doctype html&gt;`</a:t>
            </a:r>
          </a:p>
          <a:p>
            <a:r>
              <a:rPr lang="en-US" dirty="0"/>
              <a:t>`html`, `head`, `title`, `body`</a:t>
            </a:r>
          </a:p>
          <a:p>
            <a:r>
              <a:rPr lang="en-US" dirty="0"/>
              <a:t>`h1` and `p`</a:t>
            </a:r>
          </a:p>
          <a:p>
            <a:r>
              <a:rPr lang="en-US" dirty="0"/>
              <a:t>save and refresh</a:t>
            </a:r>
          </a:p>
        </p:txBody>
      </p:sp>
      <p:pic>
        <p:nvPicPr>
          <p:cNvPr id="28" name="Picture 27">
            <a:extLst>
              <a:ext uri="{FF2B5EF4-FFF2-40B4-BE49-F238E27FC236}">
                <a16:creationId xmlns:a16="http://schemas.microsoft.com/office/drawing/2014/main" id="{38D50984-DDEB-A743-533E-89C11F357B8D}"/>
              </a:ext>
              <a:ext uri="{C183D7F6-B498-43B3-948B-1728B52AA6E4}">
                <adec:decorative xmlns:adec="http://schemas.microsoft.com/office/drawing/2017/decorative" val="1"/>
              </a:ext>
            </a:extLst>
          </p:cNvPr>
          <p:cNvPicPr>
            <a:picLocks noChangeAspect="1"/>
          </p:cNvPicPr>
          <p:nvPr/>
        </p:nvPicPr>
        <p:blipFill>
          <a:blip r:embed="rId3"/>
          <a:srcRect l="10423"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C202-ECBA-0CD9-96AD-4CDDB57A84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97920D-9AF6-01E4-AAED-7CAE2CCA8598}"/>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Toolbox</a:t>
            </a:r>
          </a:p>
        </p:txBody>
      </p:sp>
      <p:pic>
        <p:nvPicPr>
          <p:cNvPr id="5" name="Picture Placeholder 4" descr="Diagram titled &quot;Today's Beginner HTML Toolbox&quot; displays seven labeled icons representing basic HTML tools arranged on a shelf with a teal header labeled &quot;TODAY: OUR ACTIVE TOOLS.&quot; Icons include index.html, doctype declaration, html/head/title/body structure, h1 heading, paragraph tag, save (floppy disk), and refresh (circular arrows), highlighting essential elements for beginner HTML coding.">
            <a:extLst>
              <a:ext uri="{FF2B5EF4-FFF2-40B4-BE49-F238E27FC236}">
                <a16:creationId xmlns:a16="http://schemas.microsoft.com/office/drawing/2014/main" id="{E6E36162-1B88-D71A-2CF4-F3E6B8AC01CA}"/>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4270621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6D73-36C1-785B-BF1E-F70A56E45447}"/>
              </a:ext>
            </a:extLst>
          </p:cNvPr>
          <p:cNvSpPr>
            <a:spLocks noGrp="1"/>
          </p:cNvSpPr>
          <p:nvPr>
            <p:ph type="title"/>
          </p:nvPr>
        </p:nvSpPr>
        <p:spPr>
          <a:xfrm>
            <a:off x="508000" y="609600"/>
            <a:ext cx="6447501" cy="1320800"/>
          </a:xfrm>
        </p:spPr>
        <p:txBody>
          <a:bodyPr anchor="t">
            <a:normAutofit/>
          </a:bodyPr>
          <a:lstStyle/>
          <a:p>
            <a:r>
              <a:rPr lang="en-US" dirty="0"/>
              <a:t>What We Will “Skip” For Now</a:t>
            </a:r>
          </a:p>
        </p:txBody>
      </p:sp>
      <p:sp>
        <p:nvSpPr>
          <p:cNvPr id="24" name="Content Placeholder 2">
            <a:extLst>
              <a:ext uri="{FF2B5EF4-FFF2-40B4-BE49-F238E27FC236}">
                <a16:creationId xmlns:a16="http://schemas.microsoft.com/office/drawing/2014/main" id="{A8A78D41-48A5-98C1-1F53-FB08BC3F6B1D}"/>
              </a:ext>
            </a:extLst>
          </p:cNvPr>
          <p:cNvSpPr>
            <a:spLocks noGrp="1"/>
          </p:cNvSpPr>
          <p:nvPr>
            <p:ph idx="1"/>
          </p:nvPr>
        </p:nvSpPr>
        <p:spPr>
          <a:xfrm>
            <a:off x="508000" y="2160590"/>
            <a:ext cx="4064000" cy="3701270"/>
          </a:xfrm>
        </p:spPr>
        <p:txBody>
          <a:bodyPr>
            <a:normAutofit/>
          </a:bodyPr>
          <a:lstStyle/>
          <a:p>
            <a:r>
              <a:rPr lang="en-US" dirty="0"/>
              <a:t>CSS will handle appearance.</a:t>
            </a:r>
          </a:p>
          <a:p>
            <a:r>
              <a:rPr lang="en-US" dirty="0"/>
              <a:t>JavaScript will handle behavior.</a:t>
            </a:r>
          </a:p>
          <a:p>
            <a:r>
              <a:rPr lang="en-US" dirty="0"/>
              <a:t>Layout tools will help arrange pages.</a:t>
            </a:r>
          </a:p>
          <a:p>
            <a:r>
              <a:rPr lang="en-US" dirty="0"/>
              <a:t>Frameworks and publishing come much later.</a:t>
            </a:r>
          </a:p>
          <a:p>
            <a:pPr marL="0" indent="0">
              <a:buNone/>
            </a:pPr>
            <a:endParaRPr lang="en-US" dirty="0"/>
          </a:p>
          <a:p>
            <a:pPr marL="0" indent="0" algn="ctr">
              <a:buNone/>
            </a:pPr>
            <a:r>
              <a:rPr lang="en-US" i="1" dirty="0"/>
              <a:t>Today, </a:t>
            </a:r>
            <a:br>
              <a:rPr lang="en-US" i="1" dirty="0"/>
            </a:br>
            <a:r>
              <a:rPr lang="en-US" i="1" dirty="0"/>
              <a:t>the win is HTML structure </a:t>
            </a:r>
            <a:br>
              <a:rPr lang="en-US" i="1" dirty="0"/>
            </a:br>
            <a:r>
              <a:rPr lang="en-US" i="1" dirty="0"/>
              <a:t>that opens.</a:t>
            </a:r>
          </a:p>
        </p:txBody>
      </p:sp>
      <p:pic>
        <p:nvPicPr>
          <p:cNvPr id="7" name="Graphic 6" descr="Disconnected">
            <a:extLst>
              <a:ext uri="{FF2B5EF4-FFF2-40B4-BE49-F238E27FC236}">
                <a16:creationId xmlns:a16="http://schemas.microsoft.com/office/drawing/2014/main" id="{634669AE-52A5-F086-9BDE-17982042AD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672713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3A29-9D02-E246-274E-F34AF974A2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2F0BDA1-0C2C-63CE-24FB-9FEF8C0E4586}"/>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Parked For Later</a:t>
            </a:r>
          </a:p>
        </p:txBody>
      </p:sp>
      <p:pic>
        <p:nvPicPr>
          <p:cNvPr id="5" name="Picture Placeholder 4" descr="Diagram titled &quot;Parked for Later&quot; illustrating Week 1 Web Development Foundations topics postponed for future learning. Five labeled sections—CSS, JavaScript, layout tools, frameworks, and publishing—are visually represented with icons and color-coded headers, emphasizing these important topics are deferred, not part of current tasks.">
            <a:extLst>
              <a:ext uri="{FF2B5EF4-FFF2-40B4-BE49-F238E27FC236}">
                <a16:creationId xmlns:a16="http://schemas.microsoft.com/office/drawing/2014/main" id="{180612E9-94BB-D43C-7CF3-04040F1832DC}"/>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83635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CFD963D-986F-1524-594C-94C6FC56FAA6}"/>
              </a:ext>
            </a:extLst>
          </p:cNvPr>
          <p:cNvSpPr>
            <a:spLocks noGrp="1"/>
          </p:cNvSpPr>
          <p:nvPr>
            <p:ph type="title"/>
          </p:nvPr>
        </p:nvSpPr>
        <p:spPr>
          <a:xfrm>
            <a:off x="965199" y="609600"/>
            <a:ext cx="7648121" cy="1099457"/>
          </a:xfrm>
        </p:spPr>
        <p:txBody>
          <a:bodyPr>
            <a:normAutofit/>
          </a:bodyPr>
          <a:lstStyle/>
          <a:p>
            <a:r>
              <a:rPr lang="en-US" dirty="0"/>
              <a:t>The Smallest Useful Page</a:t>
            </a:r>
          </a:p>
        </p:txBody>
      </p:sp>
      <p:sp>
        <p:nvSpPr>
          <p:cNvPr id="13" name="Isosceles Triangle 12">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7" name="Content Placeholder 4">
            <a:extLst>
              <a:ext uri="{FF2B5EF4-FFF2-40B4-BE49-F238E27FC236}">
                <a16:creationId xmlns:a16="http://schemas.microsoft.com/office/drawing/2014/main" id="{D486000B-7265-64DB-C705-6288D0633986}"/>
              </a:ext>
            </a:extLst>
          </p:cNvPr>
          <p:cNvGraphicFramePr>
            <a:graphicFrameLocks noGrp="1"/>
          </p:cNvGraphicFramePr>
          <p:nvPr>
            <p:ph idx="1"/>
            <p:extLst>
              <p:ext uri="{D42A27DB-BD31-4B8C-83A1-F6EECF244321}">
                <p14:modId xmlns:p14="http://schemas.microsoft.com/office/powerpoint/2010/main" val="3372796771"/>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6312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F967-4928-04B9-CB89-29D7E3F18D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8CAE3C9-5FA2-1325-586A-1EB51271CF52}"/>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HTML Document Shape</a:t>
            </a:r>
          </a:p>
        </p:txBody>
      </p:sp>
      <p:pic>
        <p:nvPicPr>
          <p:cNvPr id="5" name="Picture Placeholder 4" descr="Diagram illustrating basic structure of an HTML document with nested elements labeled in different colors: green for html and body, blue for head and title, and light green for h1 and p. It explains roles of each element, highlighting html as root, head for metadata, title for browser tab text, body for visible content, h1 as main heading, and p as paragraph text.">
            <a:extLst>
              <a:ext uri="{FF2B5EF4-FFF2-40B4-BE49-F238E27FC236}">
                <a16:creationId xmlns:a16="http://schemas.microsoft.com/office/drawing/2014/main" id="{2FCE33BF-449A-1460-A2F3-2B59DEBBBAA6}"/>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60971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Isosceles Triangle 16">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1" name="Isosceles Triangle 20">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Isosceles Triangle 21">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pic>
        <p:nvPicPr>
          <p:cNvPr id="7" name="Picture 6">
            <a:extLst>
              <a:ext uri="{FF2B5EF4-FFF2-40B4-BE49-F238E27FC236}">
                <a16:creationId xmlns:a16="http://schemas.microsoft.com/office/drawing/2014/main" id="{3F92D707-4F6F-1707-563F-DAA7E83D0FDA}"/>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34257526-B660-46EC-83FB-51CCCEF4D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Parallelogram 25">
            <a:extLst>
              <a:ext uri="{FF2B5EF4-FFF2-40B4-BE49-F238E27FC236}">
                <a16:creationId xmlns:a16="http://schemas.microsoft.com/office/drawing/2014/main" id="{5E54613B-CC3A-459D-97E1-23B891DE9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cxnSp>
        <p:nvCxnSpPr>
          <p:cNvPr id="28" name="Straight Connector 27">
            <a:extLst>
              <a:ext uri="{FF2B5EF4-FFF2-40B4-BE49-F238E27FC236}">
                <a16:creationId xmlns:a16="http://schemas.microsoft.com/office/drawing/2014/main" id="{0B21385D-063D-42D0-BD60-907E9F826D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921B275-E6A3-4146-9F5F-5CD28092A3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28E190A5-6423-4EE2-AF46-8B82F34BC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25">
            <a:extLst>
              <a:ext uri="{FF2B5EF4-FFF2-40B4-BE49-F238E27FC236}">
                <a16:creationId xmlns:a16="http://schemas.microsoft.com/office/drawing/2014/main" id="{4A97AE97-5706-400B-8F09-602A25EA1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 name="Isosceles Triangle 35">
            <a:extLst>
              <a:ext uri="{FF2B5EF4-FFF2-40B4-BE49-F238E27FC236}">
                <a16:creationId xmlns:a16="http://schemas.microsoft.com/office/drawing/2014/main" id="{0860785A-BE10-40E0-8A0F-805CD3F59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 name="Title 3">
            <a:extLst>
              <a:ext uri="{FF2B5EF4-FFF2-40B4-BE49-F238E27FC236}">
                <a16:creationId xmlns:a16="http://schemas.microsoft.com/office/drawing/2014/main" id="{2FC93F9C-2692-8651-EDC7-6D41F5D66139}"/>
              </a:ext>
            </a:extLst>
          </p:cNvPr>
          <p:cNvSpPr>
            <a:spLocks noGrp="1"/>
          </p:cNvSpPr>
          <p:nvPr>
            <p:ph type="title"/>
          </p:nvPr>
        </p:nvSpPr>
        <p:spPr>
          <a:xfrm>
            <a:off x="3528150" y="1678665"/>
            <a:ext cx="3427352" cy="2369131"/>
          </a:xfrm>
        </p:spPr>
        <p:txBody>
          <a:bodyPr vert="horz" lIns="91440" tIns="45720" rIns="91440" bIns="45720" rtlCol="0" anchor="b">
            <a:normAutofit/>
          </a:bodyPr>
          <a:lstStyle/>
          <a:p>
            <a:pPr algn="r"/>
            <a:r>
              <a:rPr lang="en-US" sz="5400" dirty="0"/>
              <a:t>Demo #1</a:t>
            </a:r>
          </a:p>
        </p:txBody>
      </p:sp>
      <p:sp>
        <p:nvSpPr>
          <p:cNvPr id="38" name="Rectangle 27">
            <a:extLst>
              <a:ext uri="{FF2B5EF4-FFF2-40B4-BE49-F238E27FC236}">
                <a16:creationId xmlns:a16="http://schemas.microsoft.com/office/drawing/2014/main" id="{2CD66695-C096-4E32-9AC2-19B4EFD6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0" name="Rectangle 28">
            <a:extLst>
              <a:ext uri="{FF2B5EF4-FFF2-40B4-BE49-F238E27FC236}">
                <a16:creationId xmlns:a16="http://schemas.microsoft.com/office/drawing/2014/main" id="{A97E83CA-07FA-4B94-A213-9E6DA6FA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2" name="Rectangle 29">
            <a:extLst>
              <a:ext uri="{FF2B5EF4-FFF2-40B4-BE49-F238E27FC236}">
                <a16:creationId xmlns:a16="http://schemas.microsoft.com/office/drawing/2014/main" id="{A531E02F-6391-4B0C-B1E1-D67E8EFC4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4" name="Isosceles Triangle 43">
            <a:extLst>
              <a:ext uri="{FF2B5EF4-FFF2-40B4-BE49-F238E27FC236}">
                <a16:creationId xmlns:a16="http://schemas.microsoft.com/office/drawing/2014/main" id="{568558EC-35CA-4EC8-BB31-75AB78ACA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extBox 1">
            <a:extLst>
              <a:ext uri="{FF2B5EF4-FFF2-40B4-BE49-F238E27FC236}">
                <a16:creationId xmlns:a16="http://schemas.microsoft.com/office/drawing/2014/main" id="{1C8DFD8B-5C86-3290-9577-EDD61563B509}"/>
              </a:ext>
            </a:extLst>
          </p:cNvPr>
          <p:cNvSpPr txBox="1"/>
          <p:nvPr/>
        </p:nvSpPr>
        <p:spPr>
          <a:xfrm>
            <a:off x="3879669" y="4558937"/>
            <a:ext cx="3320533"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B4F8A"/>
                </a:solidFill>
                <a:effectLst/>
                <a:uLnTx/>
                <a:uFillTx/>
                <a:latin typeface="Trebuchet MS" panose="020B0603020202020204"/>
                <a:ea typeface="+mn-ea"/>
                <a:cs typeface="+mn-cs"/>
              </a:rPr>
              <a:t>“First Page”</a:t>
            </a:r>
          </a:p>
        </p:txBody>
      </p:sp>
    </p:spTree>
    <p:extLst>
      <p:ext uri="{BB962C8B-B14F-4D97-AF65-F5344CB8AC3E}">
        <p14:creationId xmlns:p14="http://schemas.microsoft.com/office/powerpoint/2010/main" val="858767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4152550" y="609600"/>
            <a:ext cx="2802951" cy="1320800"/>
          </a:xfrm>
        </p:spPr>
        <p:txBody>
          <a:bodyPr>
            <a:normAutofit/>
          </a:bodyPr>
          <a:lstStyle/>
          <a:p>
            <a:r>
              <a:rPr lang="en-US" dirty="0"/>
              <a:t>What to Watch For</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3907172" y="2160589"/>
            <a:ext cx="3048329" cy="3880773"/>
          </a:xfrm>
        </p:spPr>
        <p:txBody>
          <a:bodyPr>
            <a:normAutofit/>
          </a:bodyPr>
          <a:lstStyle/>
          <a:p>
            <a:r>
              <a:rPr lang="en-US" dirty="0"/>
              <a:t>file name: `index.html`</a:t>
            </a:r>
          </a:p>
          <a:p>
            <a:r>
              <a:rPr lang="en-US" dirty="0"/>
              <a:t>save before refresh</a:t>
            </a:r>
          </a:p>
          <a:p>
            <a:r>
              <a:rPr lang="en-US" dirty="0"/>
              <a:t>browser tab title</a:t>
            </a:r>
          </a:p>
          <a:p>
            <a:r>
              <a:rPr lang="en-US" dirty="0"/>
              <a:t>visible page heading</a:t>
            </a:r>
          </a:p>
          <a:p>
            <a:pPr marL="0" indent="0">
              <a:buNone/>
            </a:pPr>
            <a:endParaRPr lang="en-US" dirty="0"/>
          </a:p>
          <a:p>
            <a:pPr marL="0" indent="0">
              <a:buNone/>
            </a:pPr>
            <a:r>
              <a:rPr lang="en-US" i="1" dirty="0"/>
              <a:t>Goal: one page that opens in the browser.</a:t>
            </a:r>
          </a:p>
        </p:txBody>
      </p:sp>
      <p:pic>
        <p:nvPicPr>
          <p:cNvPr id="5" name="Picture 4">
            <a:extLst>
              <a:ext uri="{FF2B5EF4-FFF2-40B4-BE49-F238E27FC236}">
                <a16:creationId xmlns:a16="http://schemas.microsoft.com/office/drawing/2014/main" id="{0A8CDE13-EC6E-831B-0134-AE933CD2D134}"/>
              </a:ext>
              <a:ext uri="{C183D7F6-B498-43B3-948B-1728B52AA6E4}">
                <adec:decorative xmlns:adec="http://schemas.microsoft.com/office/drawing/2017/decorative" val="1"/>
              </a:ext>
            </a:extLst>
          </p:cNvPr>
          <p:cNvPicPr>
            <a:picLocks noChangeAspect="1"/>
          </p:cNvPicPr>
          <p:nvPr/>
        </p:nvPicPr>
        <p:blipFill>
          <a:blip r:embed="rId3"/>
          <a:srcRect l="21430" r="39188"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332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080450-E382-EDA6-4D9C-2D05308F2F3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34303" y="-8467"/>
            <a:ext cx="3575050" cy="6866467"/>
            <a:chOff x="7425267" y="-8467"/>
            <a:chExt cx="4766733" cy="6866467"/>
          </a:xfrm>
        </p:grpSpPr>
        <p:cxnSp>
          <p:nvCxnSpPr>
            <p:cNvPr id="14" name="Straight Connector 13">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D3B73DEF-13A9-656E-616D-2F2758E67557}"/>
              </a:ext>
            </a:extLst>
          </p:cNvPr>
          <p:cNvSpPr>
            <a:spLocks noGrp="1"/>
          </p:cNvSpPr>
          <p:nvPr>
            <p:ph type="title"/>
          </p:nvPr>
        </p:nvSpPr>
        <p:spPr>
          <a:xfrm>
            <a:off x="489360" y="1382486"/>
            <a:ext cx="2660686" cy="4093028"/>
          </a:xfrm>
        </p:spPr>
        <p:txBody>
          <a:bodyPr anchor="ctr">
            <a:normAutofit/>
          </a:bodyPr>
          <a:lstStyle/>
          <a:p>
            <a:r>
              <a:rPr lang="en-US" sz="3800"/>
              <a:t>Demo: First Page</a:t>
            </a:r>
          </a:p>
        </p:txBody>
      </p:sp>
      <p:sp>
        <p:nvSpPr>
          <p:cNvPr id="24" name="Rectangle 23">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968" y="0"/>
            <a:ext cx="483703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4">
            <a:extLst>
              <a:ext uri="{FF2B5EF4-FFF2-40B4-BE49-F238E27FC236}">
                <a16:creationId xmlns:a16="http://schemas.microsoft.com/office/drawing/2014/main" id="{B0350530-70A9-1B82-6B6D-8BE8F02BDAF2}"/>
              </a:ext>
            </a:extLst>
          </p:cNvPr>
          <p:cNvGraphicFramePr>
            <a:graphicFrameLocks noGrp="1"/>
          </p:cNvGraphicFramePr>
          <p:nvPr>
            <p:ph idx="1"/>
            <p:extLst>
              <p:ext uri="{D42A27DB-BD31-4B8C-83A1-F6EECF244321}">
                <p14:modId xmlns:p14="http://schemas.microsoft.com/office/powerpoint/2010/main" val="826842344"/>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375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508000" y="609600"/>
            <a:ext cx="6447501" cy="1320800"/>
          </a:xfrm>
        </p:spPr>
        <p:txBody>
          <a:bodyPr anchor="t">
            <a:normAutofit/>
          </a:bodyPr>
          <a:lstStyle/>
          <a:p>
            <a:r>
              <a:rPr lang="en-US" dirty="0"/>
              <a:t>What The Browser Did</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4752215" y="2160589"/>
            <a:ext cx="2201035" cy="3880773"/>
          </a:xfrm>
        </p:spPr>
        <p:txBody>
          <a:bodyPr>
            <a:normAutofit/>
          </a:bodyPr>
          <a:lstStyle/>
          <a:p>
            <a:pPr marL="0" indent="0">
              <a:lnSpc>
                <a:spcPct val="90000"/>
              </a:lnSpc>
              <a:buNone/>
            </a:pPr>
            <a:r>
              <a:rPr lang="en-US" sz="1500"/>
              <a:t>The browser did not guess.</a:t>
            </a:r>
          </a:p>
          <a:p>
            <a:pPr>
              <a:lnSpc>
                <a:spcPct val="90000"/>
              </a:lnSpc>
            </a:pPr>
            <a:r>
              <a:rPr lang="en-US" sz="1500"/>
              <a:t>`&lt;title&gt;` became the browser tab label.</a:t>
            </a:r>
          </a:p>
          <a:p>
            <a:pPr>
              <a:lnSpc>
                <a:spcPct val="90000"/>
              </a:lnSpc>
            </a:pPr>
            <a:r>
              <a:rPr lang="en-US" sz="1500"/>
              <a:t>`&lt;h1&gt;` became the visible page heading.</a:t>
            </a:r>
          </a:p>
          <a:p>
            <a:pPr>
              <a:lnSpc>
                <a:spcPct val="90000"/>
              </a:lnSpc>
            </a:pPr>
            <a:r>
              <a:rPr lang="en-US" sz="1500"/>
              <a:t>`&lt;p&gt;` became visible paragraph text.</a:t>
            </a:r>
          </a:p>
          <a:p>
            <a:pPr>
              <a:lnSpc>
                <a:spcPct val="90000"/>
              </a:lnSpc>
            </a:pPr>
            <a:r>
              <a:rPr lang="en-US" sz="1500"/>
              <a:t>The result came from the saved HTML structure.</a:t>
            </a:r>
          </a:p>
        </p:txBody>
      </p:sp>
      <p:pic>
        <p:nvPicPr>
          <p:cNvPr id="5" name="Picture 4">
            <a:extLst>
              <a:ext uri="{FF2B5EF4-FFF2-40B4-BE49-F238E27FC236}">
                <a16:creationId xmlns:a16="http://schemas.microsoft.com/office/drawing/2014/main" id="{DF892680-B5C8-DE84-969D-8828E7F3D362}"/>
              </a:ext>
            </a:extLst>
          </p:cNvPr>
          <p:cNvPicPr>
            <a:picLocks noChangeAspect="1"/>
          </p:cNvPicPr>
          <p:nvPr/>
        </p:nvPicPr>
        <p:blipFill>
          <a:blip r:embed="rId3">
            <a:extLst>
              <a:ext uri="{837473B0-CC2E-450A-ABE3-18F120FF3D39}">
                <a1611:picAttrSrcUrl xmlns:a1611="http://schemas.microsoft.com/office/drawing/2016/11/main" r:id="rId4"/>
              </a:ext>
            </a:extLst>
          </a:blip>
          <a:srcRect l="17259" r="17260" b="1"/>
          <a:stretch>
            <a:fillRect/>
          </a:stretch>
        </p:blipFill>
        <p:spPr>
          <a:xfrm>
            <a:off x="508000" y="2159331"/>
            <a:ext cx="4067572" cy="3882362"/>
          </a:xfrm>
          <a:prstGeom prst="rect">
            <a:avLst/>
          </a:prstGeom>
        </p:spPr>
      </p:pic>
    </p:spTree>
    <p:extLst>
      <p:ext uri="{BB962C8B-B14F-4D97-AF65-F5344CB8AC3E}">
        <p14:creationId xmlns:p14="http://schemas.microsoft.com/office/powerpoint/2010/main" val="1802641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C12-C873-B63B-CB50-6DBB48D07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CBC82-2463-CFF0-1A3C-9B599594BD9B}"/>
              </a:ext>
            </a:extLst>
          </p:cNvPr>
          <p:cNvSpPr>
            <a:spLocks noGrp="1"/>
          </p:cNvSpPr>
          <p:nvPr>
            <p:ph type="title"/>
          </p:nvPr>
        </p:nvSpPr>
        <p:spPr/>
        <p:txBody>
          <a:bodyPr/>
          <a:lstStyle/>
          <a:p>
            <a:r>
              <a:rPr lang="en-US" dirty="0"/>
              <a:t>Title Versus Heading</a:t>
            </a:r>
            <a:br>
              <a:rPr lang="en-US" dirty="0"/>
            </a:br>
            <a:endParaRPr lang="en-US" dirty="0"/>
          </a:p>
        </p:txBody>
      </p:sp>
      <p:sp>
        <p:nvSpPr>
          <p:cNvPr id="3" name="Content Placeholder 2">
            <a:extLst>
              <a:ext uri="{FF2B5EF4-FFF2-40B4-BE49-F238E27FC236}">
                <a16:creationId xmlns:a16="http://schemas.microsoft.com/office/drawing/2014/main" id="{58171A0D-9F62-0156-22A3-B2D56D260403}"/>
              </a:ext>
            </a:extLst>
          </p:cNvPr>
          <p:cNvSpPr>
            <a:spLocks noGrp="1"/>
          </p:cNvSpPr>
          <p:nvPr>
            <p:ph idx="1"/>
          </p:nvPr>
        </p:nvSpPr>
        <p:spPr/>
        <p:txBody>
          <a:bodyPr/>
          <a:lstStyle/>
          <a:p>
            <a:pPr marL="0" indent="0">
              <a:buNone/>
            </a:pPr>
            <a:r>
              <a:rPr lang="en-US" dirty="0"/>
              <a:t>`&lt;title&gt;` names the browser tab.</a:t>
            </a:r>
          </a:p>
          <a:p>
            <a:pPr marL="0" indent="0">
              <a:buNone/>
            </a:pPr>
            <a:r>
              <a:rPr lang="en-US" dirty="0"/>
              <a:t>`&lt;h1&gt;` names the page content.</a:t>
            </a:r>
          </a:p>
          <a:p>
            <a:pPr marL="0" indent="0">
              <a:buNone/>
            </a:pPr>
            <a:endParaRPr lang="en-US" dirty="0"/>
          </a:p>
          <a:p>
            <a:pPr marL="0" indent="0">
              <a:buNone/>
            </a:pPr>
            <a:r>
              <a:rPr lang="en-US" dirty="0"/>
              <a:t>Common confusion:</a:t>
            </a:r>
          </a:p>
          <a:p>
            <a:r>
              <a:rPr lang="en-US" dirty="0"/>
              <a:t>The title may not appear inside the page.</a:t>
            </a:r>
          </a:p>
          <a:p>
            <a:r>
              <a:rPr lang="en-US" dirty="0"/>
              <a:t>The heading may not appear in the browser tab.</a:t>
            </a:r>
          </a:p>
          <a:p>
            <a:r>
              <a:rPr lang="en-US" dirty="0"/>
              <a:t>Both are useful, but they do different jobs.</a:t>
            </a:r>
          </a:p>
        </p:txBody>
      </p:sp>
    </p:spTree>
    <p:extLst>
      <p:ext uri="{BB962C8B-B14F-4D97-AF65-F5344CB8AC3E}">
        <p14:creationId xmlns:p14="http://schemas.microsoft.com/office/powerpoint/2010/main" val="2523115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151E4-A211-0F8B-7A8E-91FFD98B21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A807A3-076A-3593-800E-4E5C355790EF}"/>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Title vs. Headings</a:t>
            </a:r>
          </a:p>
        </p:txBody>
      </p:sp>
      <p:pic>
        <p:nvPicPr>
          <p:cNvPr id="5" name="Picture Placeholder 4" descr="Diagram illustrating two different HTML elements: a title element labeled with a green marker indicating the browser tab text &quot;My First Page,&quot; and an h1 element labeled with a blue marker showing the bold heading &quot;Welcome to My Page&quot; on the webpage. A note at the bottom explains that the title names the tab while the h1 appears on the page, highlighting their distinct roles in web content structure.">
            <a:extLst>
              <a:ext uri="{FF2B5EF4-FFF2-40B4-BE49-F238E27FC236}">
                <a16:creationId xmlns:a16="http://schemas.microsoft.com/office/drawing/2014/main" id="{3B5CC1C8-2F81-89BF-1283-BF71C1D42622}"/>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50468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81E7-966B-7C00-6307-19FFAD6F7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32477-01BA-4FA7-EC5F-5602A466915C}"/>
              </a:ext>
            </a:extLst>
          </p:cNvPr>
          <p:cNvSpPr>
            <a:spLocks noGrp="1"/>
          </p:cNvSpPr>
          <p:nvPr>
            <p:ph type="title"/>
          </p:nvPr>
        </p:nvSpPr>
        <p:spPr/>
        <p:txBody>
          <a:bodyPr/>
          <a:lstStyle/>
          <a:p>
            <a:r>
              <a:rPr lang="en-US" dirty="0"/>
              <a:t>Contrast</a:t>
            </a:r>
          </a:p>
        </p:txBody>
      </p:sp>
      <p:sp>
        <p:nvSpPr>
          <p:cNvPr id="3" name="Content Placeholder 2">
            <a:extLst>
              <a:ext uri="{FF2B5EF4-FFF2-40B4-BE49-F238E27FC236}">
                <a16:creationId xmlns:a16="http://schemas.microsoft.com/office/drawing/2014/main" id="{90F76245-D492-6BCD-6C67-0540E6DC4DA5}"/>
              </a:ext>
            </a:extLst>
          </p:cNvPr>
          <p:cNvSpPr>
            <a:spLocks noGrp="1"/>
          </p:cNvSpPr>
          <p:nvPr>
            <p:ph idx="1"/>
          </p:nvPr>
        </p:nvSpPr>
        <p:spPr/>
        <p:txBody>
          <a:bodyPr/>
          <a:lstStyle/>
          <a:p>
            <a:pPr marL="0" indent="0">
              <a:buNone/>
            </a:pPr>
            <a:r>
              <a:rPr lang="en-US" dirty="0"/>
              <a:t>Working beats pretty.</a:t>
            </a:r>
          </a:p>
          <a:p>
            <a:pPr marL="0" indent="0" algn="ctr">
              <a:buNone/>
            </a:pPr>
            <a:r>
              <a:rPr lang="en-US" b="1" i="1" dirty="0">
                <a:solidFill>
                  <a:srgbClr val="FF0000"/>
                </a:solidFill>
              </a:rPr>
              <a:t>This week, every time.</a:t>
            </a:r>
          </a:p>
          <a:p>
            <a:pPr marL="0" indent="0">
              <a:buNone/>
            </a:pPr>
            <a:endParaRPr lang="en-US" dirty="0"/>
          </a:p>
          <a:p>
            <a:pPr marL="0" indent="0">
              <a:buNone/>
            </a:pPr>
            <a:r>
              <a:rPr lang="en-US" dirty="0"/>
              <a:t>Prioritize:</a:t>
            </a:r>
          </a:p>
          <a:p>
            <a:r>
              <a:rPr lang="en-US" dirty="0"/>
              <a:t>the file opens</a:t>
            </a:r>
          </a:p>
          <a:p>
            <a:r>
              <a:rPr lang="en-US" dirty="0"/>
              <a:t>the content is structured</a:t>
            </a:r>
          </a:p>
          <a:p>
            <a:r>
              <a:rPr lang="en-US" dirty="0"/>
              <a:t>the links work</a:t>
            </a:r>
          </a:p>
          <a:p>
            <a:r>
              <a:rPr lang="en-US" dirty="0"/>
              <a:t>the page can be changed and refreshed</a:t>
            </a:r>
          </a:p>
        </p:txBody>
      </p:sp>
    </p:spTree>
    <p:extLst>
      <p:ext uri="{BB962C8B-B14F-4D97-AF65-F5344CB8AC3E}">
        <p14:creationId xmlns:p14="http://schemas.microsoft.com/office/powerpoint/2010/main" val="3410931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E0D1D-9CA6-645B-EFAC-4340175685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54A9F8-0200-9EC4-89D7-DEE4ACD4D96D}"/>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Working First!</a:t>
            </a:r>
          </a:p>
        </p:txBody>
      </p:sp>
      <p:pic>
        <p:nvPicPr>
          <p:cNvPr id="5" name="Picture Placeholder 4">
            <a:extLst>
              <a:ext uri="{FF2B5EF4-FFF2-40B4-BE49-F238E27FC236}">
                <a16:creationId xmlns:a16="http://schemas.microsoft.com/office/drawing/2014/main" id="{B8A9579E-F733-91C8-2EE8-2656ED8E4C20}"/>
              </a:ext>
            </a:extLst>
          </p:cNvPr>
          <p:cNvPicPr>
            <a:picLocks noGrp="1" noChangeAspect="1"/>
          </p:cNvPicPr>
          <p:nvPr>
            <p:ph type="pic" idx="1"/>
          </p:nvPr>
        </p:nvPicPr>
        <p:blipFill>
          <a:blip r:embed="rId3"/>
          <a:srcRect l="-298" r="119"/>
          <a:stretch>
            <a:fillRect/>
          </a:stretch>
        </p:blipFill>
        <p:spPr>
          <a:xfrm>
            <a:off x="404949" y="892252"/>
            <a:ext cx="6824871" cy="3832148"/>
          </a:xfrm>
          <a:prstGeom prst="rect">
            <a:avLst/>
          </a:prstGeom>
        </p:spPr>
      </p:pic>
    </p:spTree>
    <p:extLst>
      <p:ext uri="{BB962C8B-B14F-4D97-AF65-F5344CB8AC3E}">
        <p14:creationId xmlns:p14="http://schemas.microsoft.com/office/powerpoint/2010/main" val="410167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91770-93D5-BB07-73B1-5E18A37EF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AFC5F-5B7A-1907-1B96-3B291123929D}"/>
              </a:ext>
            </a:extLst>
          </p:cNvPr>
          <p:cNvSpPr>
            <a:spLocks noGrp="1"/>
          </p:cNvSpPr>
          <p:nvPr>
            <p:ph type="title"/>
          </p:nvPr>
        </p:nvSpPr>
        <p:spPr>
          <a:xfrm>
            <a:off x="489360" y="1382486"/>
            <a:ext cx="2660686" cy="4093028"/>
          </a:xfrm>
        </p:spPr>
        <p:txBody>
          <a:bodyPr anchor="ctr">
            <a:normAutofit/>
          </a:bodyPr>
          <a:lstStyle/>
          <a:p>
            <a:r>
              <a:rPr lang="en-US" sz="3800"/>
              <a:t>Common Mistakes</a:t>
            </a:r>
          </a:p>
        </p:txBody>
      </p:sp>
      <p:graphicFrame>
        <p:nvGraphicFramePr>
          <p:cNvPr id="34" name="Content Placeholder 2">
            <a:extLst>
              <a:ext uri="{FF2B5EF4-FFF2-40B4-BE49-F238E27FC236}">
                <a16:creationId xmlns:a16="http://schemas.microsoft.com/office/drawing/2014/main" id="{7E06D4AB-F1F0-3CB9-A300-DDF8C00AC168}"/>
              </a:ext>
            </a:extLst>
          </p:cNvPr>
          <p:cNvGraphicFramePr>
            <a:graphicFrameLocks noGrp="1"/>
          </p:cNvGraphicFramePr>
          <p:nvPr>
            <p:ph idx="1"/>
            <p:extLst>
              <p:ext uri="{D42A27DB-BD31-4B8C-83A1-F6EECF244321}">
                <p14:modId xmlns:p14="http://schemas.microsoft.com/office/powerpoint/2010/main" val="1822762324"/>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2341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Lab</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a:bodyPr>
          <a:lstStyle/>
          <a:p>
            <a:pPr marL="0" indent="0">
              <a:buNone/>
            </a:pPr>
            <a:r>
              <a:rPr lang="en-US" dirty="0"/>
              <a:t>Start the first page.</a:t>
            </a:r>
          </a:p>
          <a:p>
            <a:r>
              <a:rPr lang="en-US" dirty="0"/>
              <a:t>create the project folder</a:t>
            </a:r>
          </a:p>
          <a:p>
            <a:r>
              <a:rPr lang="en-US" dirty="0"/>
              <a:t>create `index.html`</a:t>
            </a:r>
          </a:p>
          <a:p>
            <a:r>
              <a:rPr lang="en-US" dirty="0"/>
              <a:t>add a heading and paragraph</a:t>
            </a:r>
          </a:p>
          <a:p>
            <a:r>
              <a:rPr lang="en-US" dirty="0"/>
              <a:t>save, open, refresh, and revise</a:t>
            </a:r>
          </a:p>
          <a:p>
            <a:pPr marL="0" indent="0">
              <a:buNone/>
            </a:pPr>
            <a:r>
              <a:rPr lang="en-US" i="1" dirty="0"/>
              <a:t>Do not worry about the full site yet.</a:t>
            </a:r>
          </a:p>
          <a:p>
            <a:pPr marL="0" indent="0">
              <a:buNone/>
            </a:pPr>
            <a:endParaRPr lang="en-US" dirty="0"/>
          </a:p>
        </p:txBody>
      </p:sp>
      <p:pic>
        <p:nvPicPr>
          <p:cNvPr id="5" name="Picture 4">
            <a:extLst>
              <a:ext uri="{FF2B5EF4-FFF2-40B4-BE49-F238E27FC236}">
                <a16:creationId xmlns:a16="http://schemas.microsoft.com/office/drawing/2014/main" id="{5406C1C5-46D3-5662-C887-3DA2319E776C}"/>
              </a:ext>
              <a:ext uri="{C183D7F6-B498-43B3-948B-1728B52AA6E4}">
                <adec:decorative xmlns:adec="http://schemas.microsoft.com/office/drawing/2017/decorative" val="1"/>
              </a:ext>
            </a:extLst>
          </p:cNvPr>
          <p:cNvPicPr>
            <a:picLocks noChangeAspect="1"/>
          </p:cNvPicPr>
          <p:nvPr/>
        </p:nvPicPr>
        <p:blipFill>
          <a:blip r:embed="rId3"/>
          <a:srcRect l="51361" r="43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34720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FEC8-C36E-8138-AFF9-1BCB8E92E2B8}"/>
              </a:ext>
            </a:extLst>
          </p:cNvPr>
          <p:cNvSpPr>
            <a:spLocks noGrp="1"/>
          </p:cNvSpPr>
          <p:nvPr>
            <p:ph type="title"/>
          </p:nvPr>
        </p:nvSpPr>
        <p:spPr>
          <a:xfrm>
            <a:off x="4152550" y="609600"/>
            <a:ext cx="2802951" cy="1320800"/>
          </a:xfrm>
        </p:spPr>
        <p:txBody>
          <a:bodyPr vert="horz" lIns="91440" tIns="45720" rIns="91440" bIns="45720" rtlCol="0">
            <a:normAutofit/>
          </a:bodyPr>
          <a:lstStyle/>
          <a:p>
            <a:r>
              <a:rPr lang="en-US" dirty="0"/>
              <a:t>Evidence</a:t>
            </a:r>
          </a:p>
        </p:txBody>
      </p:sp>
      <p:sp>
        <p:nvSpPr>
          <p:cNvPr id="4" name="Content Placeholder 3">
            <a:extLst>
              <a:ext uri="{FF2B5EF4-FFF2-40B4-BE49-F238E27FC236}">
                <a16:creationId xmlns:a16="http://schemas.microsoft.com/office/drawing/2014/main" id="{F95F7C5D-76E8-1B83-C806-C3C7939961B9}"/>
              </a:ext>
            </a:extLst>
          </p:cNvPr>
          <p:cNvSpPr>
            <a:spLocks noGrp="1"/>
          </p:cNvSpPr>
          <p:nvPr>
            <p:ph idx="1"/>
          </p:nvPr>
        </p:nvSpPr>
        <p:spPr>
          <a:xfrm>
            <a:off x="3907172" y="2160589"/>
            <a:ext cx="3734599" cy="4527594"/>
          </a:xfrm>
        </p:spPr>
        <p:txBody>
          <a:bodyPr>
            <a:noAutofit/>
          </a:bodyPr>
          <a:lstStyle/>
          <a:p>
            <a:pPr marL="0" indent="0">
              <a:buNone/>
            </a:pPr>
            <a:r>
              <a:rPr lang="en-US" dirty="0"/>
              <a:t>Your initial output should include:</a:t>
            </a:r>
          </a:p>
          <a:p>
            <a:r>
              <a:rPr lang="en-US" dirty="0"/>
              <a:t>your project folder</a:t>
            </a:r>
          </a:p>
          <a:p>
            <a:r>
              <a:rPr lang="en-US" dirty="0"/>
              <a:t>your `index.html` file</a:t>
            </a:r>
          </a:p>
          <a:p>
            <a:r>
              <a:rPr lang="en-US" dirty="0"/>
              <a:t>a page that opens in the browser</a:t>
            </a:r>
          </a:p>
          <a:p>
            <a:r>
              <a:rPr lang="en-US" dirty="0"/>
              <a:t>notes about what changed</a:t>
            </a:r>
          </a:p>
          <a:p>
            <a:endParaRPr lang="en-US" dirty="0"/>
          </a:p>
          <a:p>
            <a:pPr marL="0" indent="0">
              <a:buNone/>
            </a:pPr>
            <a:r>
              <a:rPr lang="en-US" i="1" dirty="0"/>
              <a:t>The full reflection comes after the site has been refined.</a:t>
            </a:r>
          </a:p>
        </p:txBody>
      </p:sp>
      <p:pic>
        <p:nvPicPr>
          <p:cNvPr id="5" name="Picture 4" descr="Black fingerprints with one red fingerprint">
            <a:extLst>
              <a:ext uri="{FF2B5EF4-FFF2-40B4-BE49-F238E27FC236}">
                <a16:creationId xmlns:a16="http://schemas.microsoft.com/office/drawing/2014/main" id="{638035A6-8F2B-CFAB-F2A0-C40F7D534C83}"/>
              </a:ext>
              <a:ext uri="{C183D7F6-B498-43B3-948B-1728B52AA6E4}">
                <adec:decorative xmlns:adec="http://schemas.microsoft.com/office/drawing/2017/decorative" val="1"/>
              </a:ext>
            </a:extLst>
          </p:cNvPr>
          <p:cNvPicPr>
            <a:picLocks noChangeAspect="1"/>
          </p:cNvPicPr>
          <p:nvPr/>
        </p:nvPicPr>
        <p:blipFill>
          <a:blip r:embed="rId3"/>
          <a:srcRect l="20500" r="20500"/>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263025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555-1E16-8E8B-E548-105BA59C0BD8}"/>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Closing Success Check</a:t>
            </a:r>
          </a:p>
        </p:txBody>
      </p:sp>
      <p:sp>
        <p:nvSpPr>
          <p:cNvPr id="3" name="Content Placeholder 2">
            <a:extLst>
              <a:ext uri="{FF2B5EF4-FFF2-40B4-BE49-F238E27FC236}">
                <a16:creationId xmlns:a16="http://schemas.microsoft.com/office/drawing/2014/main" id="{77AFF21A-F8C1-15AA-C705-4530AE58A074}"/>
              </a:ext>
            </a:extLst>
          </p:cNvPr>
          <p:cNvSpPr>
            <a:spLocks noGrp="1"/>
          </p:cNvSpPr>
          <p:nvPr>
            <p:ph idx="1"/>
          </p:nvPr>
        </p:nvSpPr>
        <p:spPr>
          <a:xfrm>
            <a:off x="3907172" y="2160589"/>
            <a:ext cx="3048329" cy="3880773"/>
          </a:xfrm>
        </p:spPr>
        <p:txBody>
          <a:bodyPr>
            <a:normAutofit/>
          </a:bodyPr>
          <a:lstStyle/>
          <a:p>
            <a:pPr marL="0" indent="0">
              <a:buNone/>
            </a:pPr>
            <a:r>
              <a:rPr lang="en-US" dirty="0"/>
              <a:t>If your page opens, and the structure makes sense, you are on track.</a:t>
            </a:r>
          </a:p>
          <a:p>
            <a:pPr marL="0" indent="0">
              <a:buNone/>
            </a:pPr>
            <a:r>
              <a:rPr lang="en-US" dirty="0"/>
              <a:t>Week 1 success is:</a:t>
            </a:r>
          </a:p>
          <a:p>
            <a:r>
              <a:rPr lang="en-US" dirty="0"/>
              <a:t>visible page</a:t>
            </a:r>
          </a:p>
          <a:p>
            <a:r>
              <a:rPr lang="en-US" dirty="0"/>
              <a:t>clear structure</a:t>
            </a:r>
          </a:p>
          <a:p>
            <a:r>
              <a:rPr lang="en-US" dirty="0"/>
              <a:t>saved files</a:t>
            </a:r>
          </a:p>
          <a:p>
            <a:r>
              <a:rPr lang="en-US" dirty="0"/>
              <a:t>working links beginning to form</a:t>
            </a:r>
          </a:p>
        </p:txBody>
      </p:sp>
      <p:pic>
        <p:nvPicPr>
          <p:cNvPr id="5" name="Picture 4">
            <a:extLst>
              <a:ext uri="{FF2B5EF4-FFF2-40B4-BE49-F238E27FC236}">
                <a16:creationId xmlns:a16="http://schemas.microsoft.com/office/drawing/2014/main" id="{255A690D-4CB8-0C66-184B-33949F8D651C}"/>
              </a:ext>
              <a:ext uri="{C183D7F6-B498-43B3-948B-1728B52AA6E4}">
                <adec:decorative xmlns:adec="http://schemas.microsoft.com/office/drawing/2017/decorative" val="1"/>
              </a:ext>
            </a:extLst>
          </p:cNvPr>
          <p:cNvPicPr>
            <a:picLocks noChangeAspect="1"/>
          </p:cNvPicPr>
          <p:nvPr/>
        </p:nvPicPr>
        <p:blipFill>
          <a:blip r:embed="rId3"/>
          <a:srcRect l="36287" r="24330"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89513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10678</TotalTime>
  <Words>1503</Words>
  <Application>Microsoft Office PowerPoint</Application>
  <PresentationFormat>On-screen Show (4:3)</PresentationFormat>
  <Paragraphs>266</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Trebuchet MS</vt:lpstr>
      <vt:lpstr>Wingdings 3</vt:lpstr>
      <vt:lpstr>Facet</vt:lpstr>
      <vt:lpstr>Web Development Foundations</vt:lpstr>
      <vt:lpstr>Beginnings</vt:lpstr>
      <vt:lpstr>A “blank” page</vt:lpstr>
      <vt:lpstr>Something Exists</vt:lpstr>
      <vt:lpstr>Course Layer Map</vt:lpstr>
      <vt:lpstr>Web Page Layers</vt:lpstr>
      <vt:lpstr>Core Idea</vt:lpstr>
      <vt:lpstr>HTML Dev Loop</vt:lpstr>
      <vt:lpstr>File To Browser</vt:lpstr>
      <vt:lpstr>What We Will Use Today</vt:lpstr>
      <vt:lpstr>Toolbox</vt:lpstr>
      <vt:lpstr>What We Will “Skip” For Now</vt:lpstr>
      <vt:lpstr>Parked For Later</vt:lpstr>
      <vt:lpstr>The Smallest Useful Page</vt:lpstr>
      <vt:lpstr>HTML Document Shape</vt:lpstr>
      <vt:lpstr>Demo #1</vt:lpstr>
      <vt:lpstr>What to Watch For</vt:lpstr>
      <vt:lpstr>Demo: First Page</vt:lpstr>
      <vt:lpstr>What The Browser Did</vt:lpstr>
      <vt:lpstr>Title Versus Heading </vt:lpstr>
      <vt:lpstr>Title vs. Headings</vt:lpstr>
      <vt:lpstr>Contrast</vt:lpstr>
      <vt:lpstr>Working First!</vt:lpstr>
      <vt:lpstr>Common Mistakes</vt:lpstr>
      <vt:lpstr>Lab</vt:lpstr>
      <vt:lpstr>Evidence</vt:lpstr>
      <vt:lpstr>Closing Success Check</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139</cp:revision>
  <cp:lastPrinted>2026-06-27T18:19:24Z</cp:lastPrinted>
  <dcterms:created xsi:type="dcterms:W3CDTF">2013-01-27T09:14:16Z</dcterms:created>
  <dcterms:modified xsi:type="dcterms:W3CDTF">2026-06-27T19:03:28Z</dcterms:modified>
  <cp:category/>
</cp:coreProperties>
</file>