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2657" autoAdjust="0"/>
    <p:restoredTop sz="86455" autoAdjust="0"/>
  </p:normalViewPr>
  <p:slideViewPr>
    <p:cSldViewPr snapToGrid="0" snapToObjects="1">
      <p:cViewPr varScale="1">
        <p:scale>
          <a:sx n="72" d="100"/>
          <a:sy n="72" d="100"/>
        </p:scale>
        <p:origin x="1494" y="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3741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Open calm, no</a:t>
            </a:r>
            <a:r>
              <a:rPr lang="en-US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Explicitly say: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*“Ugly is expected this week”*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Remove performance pressure immediately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Frame success as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*existence*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Boundary-setting moment. Do not explain CSS/JS deeply. Emphasize intentional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Slow down. Ask: 'What does a document do?' Let concept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Reinforce: what it is, not how it looks. Mention headings, paragraphs, lists.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system thinking. Navigation is functionality, not decoration.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 with conviction. Repeat once. Tie to anxiety.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Normalize this behavior. Add light humor.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 to Assignment 1. Pages exist, links work, structure is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Clarify: not pretty, not advanced, just functional.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Pause. Let it land. Reinforce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Repeat intentionally. Reinforce constraint.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Shift from what → why. Ask: Can someone understand your page?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h1, h2 lightly. Emphasize readability.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Powerful heuristic. Encourage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Pause. Let students agree. Then reframe.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debugging basics: filenames, paths,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Encourage self-checking habit.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 to navigation and system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Prevent scope creep. Emphasize refinement.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Shift to user perspective. Light UX intro.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something that exists.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something impressive.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build in layers.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 → Appearance → Behavior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web page is a document.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an app.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defines meaning.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appearance.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Pages are connected.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isolated.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beats pretty.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Trying to make it look good too early.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a multi-page site.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Make it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goal in lab: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Make something real.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it works,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succeeded.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week is about structure.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appearance.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communicates meaning.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 all content is equal.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Hierarchy matters.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I read only your headings…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 should understand your page.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“It looks bad.”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Good. That’s expected.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“It doesn’t work.”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the connection.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 I explain this section?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 I navigate without confusion?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 structure.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features.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If someone can understand your site…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Your structure 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394</Words>
  <Application>Microsoft Office PowerPoint</Application>
  <PresentationFormat>On-screen Show (4:3)</PresentationFormat>
  <Paragraphs>60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Build something that exists.</vt:lpstr>
      <vt:lpstr>We build in layers.</vt:lpstr>
      <vt:lpstr>A web page is a document.</vt:lpstr>
      <vt:lpstr>HTML defines meaning.</vt:lpstr>
      <vt:lpstr>Pages are connected.</vt:lpstr>
      <vt:lpstr>Working beats pretty.</vt:lpstr>
      <vt:lpstr>Common mistake:</vt:lpstr>
      <vt:lpstr>Build a multi-page site.</vt:lpstr>
      <vt:lpstr>Your goal in lab:</vt:lpstr>
      <vt:lpstr>If it works,</vt:lpstr>
      <vt:lpstr>This week is about structure.</vt:lpstr>
      <vt:lpstr>Structure communicates meaning.</vt:lpstr>
      <vt:lpstr>Not all content is equal.</vt:lpstr>
      <vt:lpstr>If I read only your headings…</vt:lpstr>
      <vt:lpstr>“It looks bad.”</vt:lpstr>
      <vt:lpstr>“It doesn’t work.”</vt:lpstr>
      <vt:lpstr>Can I explain this section?</vt:lpstr>
      <vt:lpstr>Can I navigate without confusion?</vt:lpstr>
      <vt:lpstr>Improve structure.</vt:lpstr>
      <vt:lpstr>If someone can understand your site…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Cash Myers</cp:lastModifiedBy>
  <cp:revision>3</cp:revision>
  <dcterms:created xsi:type="dcterms:W3CDTF">2013-01-27T09:14:16Z</dcterms:created>
  <dcterms:modified xsi:type="dcterms:W3CDTF">2026-04-08T14:45:27Z</dcterms:modified>
  <cp:category/>
</cp:coreProperties>
</file>