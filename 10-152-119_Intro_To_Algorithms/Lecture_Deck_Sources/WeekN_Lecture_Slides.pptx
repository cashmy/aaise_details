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33"/>
  </p:notesMasterIdLst>
  <p:handoutMasterIdLst>
    <p:handoutMasterId r:id="rId34"/>
  </p:handoutMasterIdLst>
  <p:sldIdLst>
    <p:sldId id="256" r:id="rId2"/>
    <p:sldId id="259" r:id="rId3"/>
    <p:sldId id="260" r:id="rId4"/>
    <p:sldId id="364" r:id="rId5"/>
    <p:sldId id="322" r:id="rId6"/>
    <p:sldId id="321" r:id="rId7"/>
    <p:sldId id="264" r:id="rId8"/>
    <p:sldId id="323" r:id="rId9"/>
    <p:sldId id="269" r:id="rId10"/>
    <p:sldId id="376" r:id="rId11"/>
    <p:sldId id="377" r:id="rId12"/>
    <p:sldId id="363" r:id="rId13"/>
    <p:sldId id="463" r:id="rId14"/>
    <p:sldId id="367" r:id="rId15"/>
    <p:sldId id="378" r:id="rId16"/>
    <p:sldId id="418" r:id="rId17"/>
    <p:sldId id="369" r:id="rId18"/>
    <p:sldId id="305" r:id="rId19"/>
    <p:sldId id="307" r:id="rId20"/>
    <p:sldId id="308" r:id="rId21"/>
    <p:sldId id="309" r:id="rId22"/>
    <p:sldId id="374" r:id="rId23"/>
    <p:sldId id="317" r:id="rId24"/>
    <p:sldId id="316" r:id="rId25"/>
    <p:sldId id="375" r:id="rId26"/>
    <p:sldId id="318" r:id="rId27"/>
    <p:sldId id="319" r:id="rId28"/>
    <p:sldId id="320" r:id="rId29"/>
    <p:sldId id="419" r:id="rId30"/>
    <p:sldId id="373" r:id="rId31"/>
    <p:sldId id="417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68900" autoAdjust="0"/>
  </p:normalViewPr>
  <p:slideViewPr>
    <p:cSldViewPr snapToGrid="0" snapToObjects="1">
      <p:cViewPr varScale="1">
        <p:scale>
          <a:sx n="64" d="100"/>
          <a:sy n="64" d="100"/>
        </p:scale>
        <p:origin x="117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0" d="100"/>
          <a:sy n="80" d="100"/>
        </p:scale>
        <p:origin x="4002" y="11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93F8F8-4959-4928-B713-CB6ADC584739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E89A495-BC83-409A-AC2B-549EAA78055A}">
      <dgm:prSet/>
      <dgm:spPr/>
      <dgm:t>
        <a:bodyPr/>
        <a:lstStyle/>
        <a:p>
          <a:r>
            <a:rPr lang="en-US"/>
            <a:t>Last week, we focused on:</a:t>
          </a:r>
        </a:p>
      </dgm:t>
    </dgm:pt>
    <dgm:pt modelId="{7FD91A43-CF2C-4D46-A04A-75868E7E334A}" type="parTrans" cxnId="{79E17C93-E7F9-40E3-9A0D-3C2F7A18BBDC}">
      <dgm:prSet/>
      <dgm:spPr/>
      <dgm:t>
        <a:bodyPr/>
        <a:lstStyle/>
        <a:p>
          <a:endParaRPr lang="en-US"/>
        </a:p>
      </dgm:t>
    </dgm:pt>
    <dgm:pt modelId="{94898D6C-C872-4685-971A-1DF3E13535F0}" type="sibTrans" cxnId="{79E17C93-E7F9-40E3-9A0D-3C2F7A18BBDC}">
      <dgm:prSet/>
      <dgm:spPr/>
      <dgm:t>
        <a:bodyPr/>
        <a:lstStyle/>
        <a:p>
          <a:endParaRPr lang="en-US"/>
        </a:p>
      </dgm:t>
    </dgm:pt>
    <dgm:pt modelId="{43E234C2-131F-41F6-810F-8E386D448650}">
      <dgm:prSet/>
      <dgm:spPr/>
      <dgm:t>
        <a:bodyPr/>
        <a:lstStyle/>
        <a:p>
          <a:r>
            <a:rPr lang="en-US" dirty="0"/>
            <a:t>?</a:t>
          </a:r>
        </a:p>
      </dgm:t>
    </dgm:pt>
    <dgm:pt modelId="{097FCB5F-8F6F-4173-9D4E-5BC862BA5408}" type="parTrans" cxnId="{C8661701-0263-4E59-A142-0C8CEA51A6EF}">
      <dgm:prSet/>
      <dgm:spPr/>
      <dgm:t>
        <a:bodyPr/>
        <a:lstStyle/>
        <a:p>
          <a:endParaRPr lang="en-US"/>
        </a:p>
      </dgm:t>
    </dgm:pt>
    <dgm:pt modelId="{A1CEA6FC-FD6A-4DFA-BE24-F224EAE40B4A}" type="sibTrans" cxnId="{C8661701-0263-4E59-A142-0C8CEA51A6EF}">
      <dgm:prSet/>
      <dgm:spPr/>
      <dgm:t>
        <a:bodyPr/>
        <a:lstStyle/>
        <a:p>
          <a:endParaRPr lang="en-US"/>
        </a:p>
      </dgm:t>
    </dgm:pt>
    <dgm:pt modelId="{83D3C41A-A349-4495-A934-4E419417A58A}" type="pres">
      <dgm:prSet presAssocID="{6393F8F8-4959-4928-B713-CB6ADC584739}" presName="linear" presStyleCnt="0">
        <dgm:presLayoutVars>
          <dgm:dir/>
          <dgm:animLvl val="lvl"/>
          <dgm:resizeHandles val="exact"/>
        </dgm:presLayoutVars>
      </dgm:prSet>
      <dgm:spPr/>
    </dgm:pt>
    <dgm:pt modelId="{A6D737D4-75FA-45BA-8DF8-335747CBED5A}" type="pres">
      <dgm:prSet presAssocID="{FE89A495-BC83-409A-AC2B-549EAA78055A}" presName="parentLin" presStyleCnt="0"/>
      <dgm:spPr/>
    </dgm:pt>
    <dgm:pt modelId="{9101E35E-8AC9-4664-B614-F6663981EC26}" type="pres">
      <dgm:prSet presAssocID="{FE89A495-BC83-409A-AC2B-549EAA78055A}" presName="parentLeftMargin" presStyleLbl="node1" presStyleIdx="0" presStyleCnt="1"/>
      <dgm:spPr/>
    </dgm:pt>
    <dgm:pt modelId="{91615320-4CF6-4AA6-903B-2DA45376792B}" type="pres">
      <dgm:prSet presAssocID="{FE89A495-BC83-409A-AC2B-549EAA78055A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F5EF893-41E9-44A1-8F73-4C7294540170}" type="pres">
      <dgm:prSet presAssocID="{FE89A495-BC83-409A-AC2B-549EAA78055A}" presName="negativeSpace" presStyleCnt="0"/>
      <dgm:spPr/>
    </dgm:pt>
    <dgm:pt modelId="{682F3400-ACEA-4BF2-B7EA-1224E7E39347}" type="pres">
      <dgm:prSet presAssocID="{FE89A495-BC83-409A-AC2B-549EAA78055A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C8661701-0263-4E59-A142-0C8CEA51A6EF}" srcId="{FE89A495-BC83-409A-AC2B-549EAA78055A}" destId="{43E234C2-131F-41F6-810F-8E386D448650}" srcOrd="0" destOrd="0" parTransId="{097FCB5F-8F6F-4173-9D4E-5BC862BA5408}" sibTransId="{A1CEA6FC-FD6A-4DFA-BE24-F224EAE40B4A}"/>
    <dgm:cxn modelId="{1FD1695B-A184-47B6-84F2-1342EF2F305E}" type="presOf" srcId="{43E234C2-131F-41F6-810F-8E386D448650}" destId="{682F3400-ACEA-4BF2-B7EA-1224E7E39347}" srcOrd="0" destOrd="0" presId="urn:microsoft.com/office/officeart/2005/8/layout/list1"/>
    <dgm:cxn modelId="{13DD3843-50EA-4902-B452-3507B465678A}" type="presOf" srcId="{FE89A495-BC83-409A-AC2B-549EAA78055A}" destId="{9101E35E-8AC9-4664-B614-F6663981EC26}" srcOrd="0" destOrd="0" presId="urn:microsoft.com/office/officeart/2005/8/layout/list1"/>
    <dgm:cxn modelId="{BFD71D57-CF26-4F07-95E9-7BFFABA1F37E}" type="presOf" srcId="{FE89A495-BC83-409A-AC2B-549EAA78055A}" destId="{91615320-4CF6-4AA6-903B-2DA45376792B}" srcOrd="1" destOrd="0" presId="urn:microsoft.com/office/officeart/2005/8/layout/list1"/>
    <dgm:cxn modelId="{79E17C93-E7F9-40E3-9A0D-3C2F7A18BBDC}" srcId="{6393F8F8-4959-4928-B713-CB6ADC584739}" destId="{FE89A495-BC83-409A-AC2B-549EAA78055A}" srcOrd="0" destOrd="0" parTransId="{7FD91A43-CF2C-4D46-A04A-75868E7E334A}" sibTransId="{94898D6C-C872-4685-971A-1DF3E13535F0}"/>
    <dgm:cxn modelId="{CA991D9A-4031-45A9-BA22-A1FD1FDC8659}" type="presOf" srcId="{6393F8F8-4959-4928-B713-CB6ADC584739}" destId="{83D3C41A-A349-4495-A934-4E419417A58A}" srcOrd="0" destOrd="0" presId="urn:microsoft.com/office/officeart/2005/8/layout/list1"/>
    <dgm:cxn modelId="{69FB4434-E68D-4920-BE13-A5528C41C68F}" type="presParOf" srcId="{83D3C41A-A349-4495-A934-4E419417A58A}" destId="{A6D737D4-75FA-45BA-8DF8-335747CBED5A}" srcOrd="0" destOrd="0" presId="urn:microsoft.com/office/officeart/2005/8/layout/list1"/>
    <dgm:cxn modelId="{4D5B5848-27C1-4189-80AC-3CBB6E4DBD67}" type="presParOf" srcId="{A6D737D4-75FA-45BA-8DF8-335747CBED5A}" destId="{9101E35E-8AC9-4664-B614-F6663981EC26}" srcOrd="0" destOrd="0" presId="urn:microsoft.com/office/officeart/2005/8/layout/list1"/>
    <dgm:cxn modelId="{E788DEB0-F021-41DA-9B7E-AF8DF23576B9}" type="presParOf" srcId="{A6D737D4-75FA-45BA-8DF8-335747CBED5A}" destId="{91615320-4CF6-4AA6-903B-2DA45376792B}" srcOrd="1" destOrd="0" presId="urn:microsoft.com/office/officeart/2005/8/layout/list1"/>
    <dgm:cxn modelId="{1B3D4287-7FA3-4D17-9516-E910800EBD16}" type="presParOf" srcId="{83D3C41A-A349-4495-A934-4E419417A58A}" destId="{8F5EF893-41E9-44A1-8F73-4C7294540170}" srcOrd="1" destOrd="0" presId="urn:microsoft.com/office/officeart/2005/8/layout/list1"/>
    <dgm:cxn modelId="{0465D55C-84AF-4D0A-8A84-61E55AC3B301}" type="presParOf" srcId="{83D3C41A-A349-4495-A934-4E419417A58A}" destId="{682F3400-ACEA-4BF2-B7EA-1224E7E39347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972B69-4B4F-436A-B547-1FADC4FB29B4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75A4D4B-BFE9-4B6F-9A81-9F9C96F5DA38}">
      <dgm:prSet/>
      <dgm:spPr/>
      <dgm:t>
        <a:bodyPr/>
        <a:lstStyle/>
        <a:p>
          <a:r>
            <a:rPr lang="en-US"/>
            <a:t>compare two approaches</a:t>
          </a:r>
        </a:p>
      </dgm:t>
    </dgm:pt>
    <dgm:pt modelId="{4FAABBF4-AB55-44FE-B6F0-B4BF829D004F}" type="parTrans" cxnId="{7F9DA8A4-8191-4121-8DA1-F0552EB3E440}">
      <dgm:prSet/>
      <dgm:spPr/>
      <dgm:t>
        <a:bodyPr/>
        <a:lstStyle/>
        <a:p>
          <a:endParaRPr lang="en-US"/>
        </a:p>
      </dgm:t>
    </dgm:pt>
    <dgm:pt modelId="{7E1354BB-EC61-4A45-99C9-75C6202CC56A}" type="sibTrans" cxnId="{7F9DA8A4-8191-4121-8DA1-F0552EB3E440}">
      <dgm:prSet/>
      <dgm:spPr/>
      <dgm:t>
        <a:bodyPr/>
        <a:lstStyle/>
        <a:p>
          <a:endParaRPr lang="en-US"/>
        </a:p>
      </dgm:t>
    </dgm:pt>
    <dgm:pt modelId="{96935FEB-D109-4185-8EE9-E323C3602104}">
      <dgm:prSet/>
      <dgm:spPr/>
      <dgm:t>
        <a:bodyPr/>
        <a:lstStyle/>
        <a:p>
          <a:r>
            <a:rPr lang="en-US"/>
            <a:t>collect timing evidence</a:t>
          </a:r>
        </a:p>
      </dgm:t>
    </dgm:pt>
    <dgm:pt modelId="{6DF3CCD5-B5C9-4831-9066-7DBDEBE0525B}" type="parTrans" cxnId="{0DDA5CB6-9147-4ADF-A2D0-E56811CCA430}">
      <dgm:prSet/>
      <dgm:spPr/>
      <dgm:t>
        <a:bodyPr/>
        <a:lstStyle/>
        <a:p>
          <a:endParaRPr lang="en-US"/>
        </a:p>
      </dgm:t>
    </dgm:pt>
    <dgm:pt modelId="{415E7A3D-A483-4CB9-A3DB-D79D75E8607A}" type="sibTrans" cxnId="{0DDA5CB6-9147-4ADF-A2D0-E56811CCA430}">
      <dgm:prSet/>
      <dgm:spPr/>
      <dgm:t>
        <a:bodyPr/>
        <a:lstStyle/>
        <a:p>
          <a:endParaRPr lang="en-US"/>
        </a:p>
      </dgm:t>
    </dgm:pt>
    <dgm:pt modelId="{41719C92-45D5-47D0-862D-1113EE6CB002}">
      <dgm:prSet/>
      <dgm:spPr/>
      <dgm:t>
        <a:bodyPr/>
        <a:lstStyle/>
        <a:p>
          <a:r>
            <a:rPr lang="en-US"/>
            <a:t>describe growth cautiously</a:t>
          </a:r>
        </a:p>
      </dgm:t>
    </dgm:pt>
    <dgm:pt modelId="{F821EB8B-B4FE-47E8-A0AC-2E1BB8667246}" type="parTrans" cxnId="{0287DCE1-186E-457F-9F74-863BDD6200E5}">
      <dgm:prSet/>
      <dgm:spPr/>
      <dgm:t>
        <a:bodyPr/>
        <a:lstStyle/>
        <a:p>
          <a:endParaRPr lang="en-US"/>
        </a:p>
      </dgm:t>
    </dgm:pt>
    <dgm:pt modelId="{F4A4A704-B603-4EC7-A6B1-941D75CEC658}" type="sibTrans" cxnId="{0287DCE1-186E-457F-9F74-863BDD6200E5}">
      <dgm:prSet/>
      <dgm:spPr/>
      <dgm:t>
        <a:bodyPr/>
        <a:lstStyle/>
        <a:p>
          <a:endParaRPr lang="en-US"/>
        </a:p>
      </dgm:t>
    </dgm:pt>
    <dgm:pt modelId="{55671D6C-E249-4CFD-8437-8240375FBD60}">
      <dgm:prSet/>
      <dgm:spPr/>
      <dgm:t>
        <a:bodyPr/>
        <a:lstStyle/>
        <a:p>
          <a:r>
            <a:rPr lang="en-US"/>
            <a:t>use basic Big-O vocabulary</a:t>
          </a:r>
        </a:p>
      </dgm:t>
    </dgm:pt>
    <dgm:pt modelId="{52A2D6EE-1D41-4E91-B8BB-D0D496786FA7}" type="parTrans" cxnId="{2EDB6E80-F13E-4D7C-8D0B-7CC664220615}">
      <dgm:prSet/>
      <dgm:spPr/>
      <dgm:t>
        <a:bodyPr/>
        <a:lstStyle/>
        <a:p>
          <a:endParaRPr lang="en-US"/>
        </a:p>
      </dgm:t>
    </dgm:pt>
    <dgm:pt modelId="{E4C16C4D-0335-44B5-8F0C-8D1112AA08C1}" type="sibTrans" cxnId="{2EDB6E80-F13E-4D7C-8D0B-7CC664220615}">
      <dgm:prSet/>
      <dgm:spPr/>
      <dgm:t>
        <a:bodyPr/>
        <a:lstStyle/>
        <a:p>
          <a:endParaRPr lang="en-US"/>
        </a:p>
      </dgm:t>
    </dgm:pt>
    <dgm:pt modelId="{BDB4EDFC-503D-452F-A66C-73D4CE737F54}">
      <dgm:prSet/>
      <dgm:spPr/>
      <dgm:t>
        <a:bodyPr/>
        <a:lstStyle/>
        <a:p>
          <a:r>
            <a:rPr lang="en-US"/>
            <a:t>identify a limitation of your evidence</a:t>
          </a:r>
        </a:p>
      </dgm:t>
    </dgm:pt>
    <dgm:pt modelId="{CF37DD21-1A1B-4AA0-A79A-17692B432E00}" type="parTrans" cxnId="{B19E6DF9-C0E2-4872-A269-F5BC6BD8F9E1}">
      <dgm:prSet/>
      <dgm:spPr/>
      <dgm:t>
        <a:bodyPr/>
        <a:lstStyle/>
        <a:p>
          <a:endParaRPr lang="en-US"/>
        </a:p>
      </dgm:t>
    </dgm:pt>
    <dgm:pt modelId="{654411A5-B8B9-45FE-A6E9-1A0DB1FE3570}" type="sibTrans" cxnId="{B19E6DF9-C0E2-4872-A269-F5BC6BD8F9E1}">
      <dgm:prSet/>
      <dgm:spPr/>
      <dgm:t>
        <a:bodyPr/>
        <a:lstStyle/>
        <a:p>
          <a:endParaRPr lang="en-US"/>
        </a:p>
      </dgm:t>
    </dgm:pt>
    <dgm:pt modelId="{C74AEAA8-95AA-4DD2-B5BF-AF2613DDA678}" type="pres">
      <dgm:prSet presAssocID="{A8972B69-4B4F-436A-B547-1FADC4FB29B4}" presName="linear" presStyleCnt="0">
        <dgm:presLayoutVars>
          <dgm:animLvl val="lvl"/>
          <dgm:resizeHandles val="exact"/>
        </dgm:presLayoutVars>
      </dgm:prSet>
      <dgm:spPr/>
    </dgm:pt>
    <dgm:pt modelId="{C717DEE2-2529-4048-A027-0347422F7B4B}" type="pres">
      <dgm:prSet presAssocID="{A75A4D4B-BFE9-4B6F-9A81-9F9C96F5DA3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287A08D-B1A3-4BC4-BB02-712CE914270A}" type="pres">
      <dgm:prSet presAssocID="{7E1354BB-EC61-4A45-99C9-75C6202CC56A}" presName="spacer" presStyleCnt="0"/>
      <dgm:spPr/>
    </dgm:pt>
    <dgm:pt modelId="{953729D8-D97F-44F2-81C8-913FF1732DF0}" type="pres">
      <dgm:prSet presAssocID="{96935FEB-D109-4185-8EE9-E323C360210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FA41472-2BE5-47B1-9CB3-237F433878BD}" type="pres">
      <dgm:prSet presAssocID="{415E7A3D-A483-4CB9-A3DB-D79D75E8607A}" presName="spacer" presStyleCnt="0"/>
      <dgm:spPr/>
    </dgm:pt>
    <dgm:pt modelId="{A8D91054-8DD9-448A-904B-04704F91BE5B}" type="pres">
      <dgm:prSet presAssocID="{41719C92-45D5-47D0-862D-1113EE6CB00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F6E42A2-4884-4DE6-9E60-C6274C59628F}" type="pres">
      <dgm:prSet presAssocID="{F4A4A704-B603-4EC7-A6B1-941D75CEC658}" presName="spacer" presStyleCnt="0"/>
      <dgm:spPr/>
    </dgm:pt>
    <dgm:pt modelId="{757879D0-74B4-423F-8DF0-7031701AE794}" type="pres">
      <dgm:prSet presAssocID="{55671D6C-E249-4CFD-8437-8240375FBD6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1B62F95-136D-4EA2-B1D2-CCDC609FA9EF}" type="pres">
      <dgm:prSet presAssocID="{E4C16C4D-0335-44B5-8F0C-8D1112AA08C1}" presName="spacer" presStyleCnt="0"/>
      <dgm:spPr/>
    </dgm:pt>
    <dgm:pt modelId="{2E76E2E3-35EA-48C7-A45C-F0395CE090B2}" type="pres">
      <dgm:prSet presAssocID="{BDB4EDFC-503D-452F-A66C-73D4CE737F5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A366F3D-BA56-4F02-96A4-ED9F01BBCA6F}" type="presOf" srcId="{BDB4EDFC-503D-452F-A66C-73D4CE737F54}" destId="{2E76E2E3-35EA-48C7-A45C-F0395CE090B2}" srcOrd="0" destOrd="0" presId="urn:microsoft.com/office/officeart/2005/8/layout/vList2"/>
    <dgm:cxn modelId="{179BE43D-81D3-4FA7-81A7-787E007871DA}" type="presOf" srcId="{96935FEB-D109-4185-8EE9-E323C3602104}" destId="{953729D8-D97F-44F2-81C8-913FF1732DF0}" srcOrd="0" destOrd="0" presId="urn:microsoft.com/office/officeart/2005/8/layout/vList2"/>
    <dgm:cxn modelId="{BB3A044D-0DD2-4AA1-8EE8-A3585DAF10B1}" type="presOf" srcId="{55671D6C-E249-4CFD-8437-8240375FBD60}" destId="{757879D0-74B4-423F-8DF0-7031701AE794}" srcOrd="0" destOrd="0" presId="urn:microsoft.com/office/officeart/2005/8/layout/vList2"/>
    <dgm:cxn modelId="{2EDB6E80-F13E-4D7C-8D0B-7CC664220615}" srcId="{A8972B69-4B4F-436A-B547-1FADC4FB29B4}" destId="{55671D6C-E249-4CFD-8437-8240375FBD60}" srcOrd="3" destOrd="0" parTransId="{52A2D6EE-1D41-4E91-B8BB-D0D496786FA7}" sibTransId="{E4C16C4D-0335-44B5-8F0C-8D1112AA08C1}"/>
    <dgm:cxn modelId="{7F9DA8A4-8191-4121-8DA1-F0552EB3E440}" srcId="{A8972B69-4B4F-436A-B547-1FADC4FB29B4}" destId="{A75A4D4B-BFE9-4B6F-9A81-9F9C96F5DA38}" srcOrd="0" destOrd="0" parTransId="{4FAABBF4-AB55-44FE-B6F0-B4BF829D004F}" sibTransId="{7E1354BB-EC61-4A45-99C9-75C6202CC56A}"/>
    <dgm:cxn modelId="{F3DDD4B0-98F6-48B6-ACA5-ADB06939BE37}" type="presOf" srcId="{A8972B69-4B4F-436A-B547-1FADC4FB29B4}" destId="{C74AEAA8-95AA-4DD2-B5BF-AF2613DDA678}" srcOrd="0" destOrd="0" presId="urn:microsoft.com/office/officeart/2005/8/layout/vList2"/>
    <dgm:cxn modelId="{0DDA5CB6-9147-4ADF-A2D0-E56811CCA430}" srcId="{A8972B69-4B4F-436A-B547-1FADC4FB29B4}" destId="{96935FEB-D109-4185-8EE9-E323C3602104}" srcOrd="1" destOrd="0" parTransId="{6DF3CCD5-B5C9-4831-9066-7DBDEBE0525B}" sibTransId="{415E7A3D-A483-4CB9-A3DB-D79D75E8607A}"/>
    <dgm:cxn modelId="{414326CC-859F-45A0-BFF5-899BC45891B2}" type="presOf" srcId="{A75A4D4B-BFE9-4B6F-9A81-9F9C96F5DA38}" destId="{C717DEE2-2529-4048-A027-0347422F7B4B}" srcOrd="0" destOrd="0" presId="urn:microsoft.com/office/officeart/2005/8/layout/vList2"/>
    <dgm:cxn modelId="{0287DCE1-186E-457F-9F74-863BDD6200E5}" srcId="{A8972B69-4B4F-436A-B547-1FADC4FB29B4}" destId="{41719C92-45D5-47D0-862D-1113EE6CB002}" srcOrd="2" destOrd="0" parTransId="{F821EB8B-B4FE-47E8-A0AC-2E1BB8667246}" sibTransId="{F4A4A704-B603-4EC7-A6B1-941D75CEC658}"/>
    <dgm:cxn modelId="{B19E6DF9-C0E2-4872-A269-F5BC6BD8F9E1}" srcId="{A8972B69-4B4F-436A-B547-1FADC4FB29B4}" destId="{BDB4EDFC-503D-452F-A66C-73D4CE737F54}" srcOrd="4" destOrd="0" parTransId="{CF37DD21-1A1B-4AA0-A79A-17692B432E00}" sibTransId="{654411A5-B8B9-45FE-A6E9-1A0DB1FE3570}"/>
    <dgm:cxn modelId="{BB78F2FA-3401-4393-97FB-D0AEF2460779}" type="presOf" srcId="{41719C92-45D5-47D0-862D-1113EE6CB002}" destId="{A8D91054-8DD9-448A-904B-04704F91BE5B}" srcOrd="0" destOrd="0" presId="urn:microsoft.com/office/officeart/2005/8/layout/vList2"/>
    <dgm:cxn modelId="{44C282F8-026D-4D0E-88F8-71C8338D4947}" type="presParOf" srcId="{C74AEAA8-95AA-4DD2-B5BF-AF2613DDA678}" destId="{C717DEE2-2529-4048-A027-0347422F7B4B}" srcOrd="0" destOrd="0" presId="urn:microsoft.com/office/officeart/2005/8/layout/vList2"/>
    <dgm:cxn modelId="{A2FC0041-DBBC-4347-B284-15C177BA5CBB}" type="presParOf" srcId="{C74AEAA8-95AA-4DD2-B5BF-AF2613DDA678}" destId="{4287A08D-B1A3-4BC4-BB02-712CE914270A}" srcOrd="1" destOrd="0" presId="urn:microsoft.com/office/officeart/2005/8/layout/vList2"/>
    <dgm:cxn modelId="{1F231710-9268-456D-BB41-5EF6C3FF22EA}" type="presParOf" srcId="{C74AEAA8-95AA-4DD2-B5BF-AF2613DDA678}" destId="{953729D8-D97F-44F2-81C8-913FF1732DF0}" srcOrd="2" destOrd="0" presId="urn:microsoft.com/office/officeart/2005/8/layout/vList2"/>
    <dgm:cxn modelId="{88954878-3A0B-42C4-9F81-BDE6EECAC6BB}" type="presParOf" srcId="{C74AEAA8-95AA-4DD2-B5BF-AF2613DDA678}" destId="{CFA41472-2BE5-47B1-9CB3-237F433878BD}" srcOrd="3" destOrd="0" presId="urn:microsoft.com/office/officeart/2005/8/layout/vList2"/>
    <dgm:cxn modelId="{1D2739EB-BB59-4910-9975-95AA0CD333E3}" type="presParOf" srcId="{C74AEAA8-95AA-4DD2-B5BF-AF2613DDA678}" destId="{A8D91054-8DD9-448A-904B-04704F91BE5B}" srcOrd="4" destOrd="0" presId="urn:microsoft.com/office/officeart/2005/8/layout/vList2"/>
    <dgm:cxn modelId="{6C79349A-7A82-495D-85CF-6DEA3A975944}" type="presParOf" srcId="{C74AEAA8-95AA-4DD2-B5BF-AF2613DDA678}" destId="{2F6E42A2-4884-4DE6-9E60-C6274C59628F}" srcOrd="5" destOrd="0" presId="urn:microsoft.com/office/officeart/2005/8/layout/vList2"/>
    <dgm:cxn modelId="{03D2328F-7F51-477C-B02C-5D2B0B7B3522}" type="presParOf" srcId="{C74AEAA8-95AA-4DD2-B5BF-AF2613DDA678}" destId="{757879D0-74B4-423F-8DF0-7031701AE794}" srcOrd="6" destOrd="0" presId="urn:microsoft.com/office/officeart/2005/8/layout/vList2"/>
    <dgm:cxn modelId="{E220FFE8-B560-4D87-9701-9FED24A7D28A}" type="presParOf" srcId="{C74AEAA8-95AA-4DD2-B5BF-AF2613DDA678}" destId="{B1B62F95-136D-4EA2-B1D2-CCDC609FA9EF}" srcOrd="7" destOrd="0" presId="urn:microsoft.com/office/officeart/2005/8/layout/vList2"/>
    <dgm:cxn modelId="{6C57751A-1A6F-4AAA-B75D-272F1359EA35}" type="presParOf" srcId="{C74AEAA8-95AA-4DD2-B5BF-AF2613DDA678}" destId="{2E76E2E3-35EA-48C7-A45C-F0395CE090B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AAA8DB5-FF99-401A-91F6-E8075BCA28CE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A235B5A-4798-4E7C-B667-299852863DA5}">
      <dgm:prSet/>
      <dgm:spPr/>
      <dgm:t>
        <a:bodyPr/>
        <a:lstStyle/>
        <a:p>
          <a:pPr>
            <a:defRPr b="1"/>
          </a:pPr>
          <a:r>
            <a:rPr lang="en-US"/>
            <a:t>Problem:</a:t>
          </a:r>
        </a:p>
      </dgm:t>
    </dgm:pt>
    <dgm:pt modelId="{DD75BC40-2176-42E4-9BE1-6A58AFFA1E93}" type="parTrans" cxnId="{C0406F1A-9BF3-4559-86BE-3D48BA1D7F8C}">
      <dgm:prSet/>
      <dgm:spPr/>
      <dgm:t>
        <a:bodyPr/>
        <a:lstStyle/>
        <a:p>
          <a:endParaRPr lang="en-US"/>
        </a:p>
      </dgm:t>
    </dgm:pt>
    <dgm:pt modelId="{8C7FA012-410C-4AC2-A96F-D490BD20D34E}" type="sibTrans" cxnId="{C0406F1A-9BF3-4559-86BE-3D48BA1D7F8C}">
      <dgm:prSet/>
      <dgm:spPr/>
      <dgm:t>
        <a:bodyPr/>
        <a:lstStyle/>
        <a:p>
          <a:endParaRPr lang="en-US"/>
        </a:p>
      </dgm:t>
    </dgm:pt>
    <dgm:pt modelId="{DCC2D82A-496F-46E7-9E8A-A0486B509E04}">
      <dgm:prSet/>
      <dgm:spPr/>
      <dgm:t>
        <a:bodyPr/>
        <a:lstStyle/>
        <a:p>
          <a:pPr>
            <a:buNone/>
          </a:pPr>
          <a:r>
            <a:rPr lang="en-US" dirty="0"/>
            <a:t>Compare two ways to check whether values appear in a collection:</a:t>
          </a:r>
        </a:p>
      </dgm:t>
    </dgm:pt>
    <dgm:pt modelId="{1E619D72-4575-451A-8238-425288ACFD5D}" type="parTrans" cxnId="{BAEA7038-0028-4D30-B2EA-9EA79EAADE56}">
      <dgm:prSet/>
      <dgm:spPr/>
      <dgm:t>
        <a:bodyPr/>
        <a:lstStyle/>
        <a:p>
          <a:endParaRPr lang="en-US"/>
        </a:p>
      </dgm:t>
    </dgm:pt>
    <dgm:pt modelId="{01A84278-F8B7-40CC-BFB2-6B5D2202F605}" type="sibTrans" cxnId="{BAEA7038-0028-4D30-B2EA-9EA79EAADE56}">
      <dgm:prSet/>
      <dgm:spPr/>
      <dgm:t>
        <a:bodyPr/>
        <a:lstStyle/>
        <a:p>
          <a:endParaRPr lang="en-US"/>
        </a:p>
      </dgm:t>
    </dgm:pt>
    <dgm:pt modelId="{EBF66487-1CE2-44A9-9103-D3535EA4CADA}">
      <dgm:prSet/>
      <dgm:spPr/>
      <dgm:t>
        <a:bodyPr/>
        <a:lstStyle/>
        <a:p>
          <a:r>
            <a:rPr lang="en-US" i="1" dirty="0"/>
            <a:t>Manual list lookup with a loop</a:t>
          </a:r>
        </a:p>
      </dgm:t>
    </dgm:pt>
    <dgm:pt modelId="{A9BDEF05-CCA5-4DDC-8552-1CA8E8F63559}" type="parTrans" cxnId="{8396BA41-19A3-4B4A-8B12-7BE2DC5F9290}">
      <dgm:prSet/>
      <dgm:spPr/>
      <dgm:t>
        <a:bodyPr/>
        <a:lstStyle/>
        <a:p>
          <a:endParaRPr lang="en-US"/>
        </a:p>
      </dgm:t>
    </dgm:pt>
    <dgm:pt modelId="{BBBF709C-DB93-4FB2-BE6E-0A196069F44C}" type="sibTrans" cxnId="{8396BA41-19A3-4B4A-8B12-7BE2DC5F9290}">
      <dgm:prSet/>
      <dgm:spPr/>
      <dgm:t>
        <a:bodyPr/>
        <a:lstStyle/>
        <a:p>
          <a:endParaRPr lang="en-US"/>
        </a:p>
      </dgm:t>
    </dgm:pt>
    <dgm:pt modelId="{AAFD2ADC-7879-4C46-8C7E-EF05AC2135D8}">
      <dgm:prSet/>
      <dgm:spPr/>
      <dgm:t>
        <a:bodyPr/>
        <a:lstStyle/>
        <a:p>
          <a:r>
            <a:rPr lang="en-US" i="1" dirty="0"/>
            <a:t>Set membership lookup with `in`</a:t>
          </a:r>
        </a:p>
      </dgm:t>
    </dgm:pt>
    <dgm:pt modelId="{A13200E1-B6D9-4476-8D03-D03F14876983}" type="parTrans" cxnId="{BAFF93C3-1BE0-48E7-AAB1-CB5884B04E40}">
      <dgm:prSet/>
      <dgm:spPr/>
      <dgm:t>
        <a:bodyPr/>
        <a:lstStyle/>
        <a:p>
          <a:endParaRPr lang="en-US"/>
        </a:p>
      </dgm:t>
    </dgm:pt>
    <dgm:pt modelId="{BD91B097-6843-4AA5-AF68-F3A8A03B955D}" type="sibTrans" cxnId="{BAFF93C3-1BE0-48E7-AAB1-CB5884B04E40}">
      <dgm:prSet/>
      <dgm:spPr/>
      <dgm:t>
        <a:bodyPr/>
        <a:lstStyle/>
        <a:p>
          <a:endParaRPr lang="en-US"/>
        </a:p>
      </dgm:t>
    </dgm:pt>
    <dgm:pt modelId="{98CB6CCD-8FD2-4DD4-9B4D-973C748662A9}">
      <dgm:prSet/>
      <dgm:spPr/>
      <dgm:t>
        <a:bodyPr/>
        <a:lstStyle/>
        <a:p>
          <a:pPr>
            <a:buNone/>
          </a:pPr>
          <a:r>
            <a:rPr lang="en-US" dirty="0"/>
            <a:t>The demo uses the same lookup task for both approaches, then repeats the task across larger input sizes.</a:t>
          </a:r>
        </a:p>
      </dgm:t>
    </dgm:pt>
    <dgm:pt modelId="{BA7581A6-204F-4FFF-9F98-DB166E3A87BA}" type="parTrans" cxnId="{CDF5C96D-09A2-4F87-AF63-44BD670F267E}">
      <dgm:prSet/>
      <dgm:spPr/>
      <dgm:t>
        <a:bodyPr/>
        <a:lstStyle/>
        <a:p>
          <a:endParaRPr lang="en-US"/>
        </a:p>
      </dgm:t>
    </dgm:pt>
    <dgm:pt modelId="{77ECC63B-0767-4DF0-8D37-950481EC06CB}" type="sibTrans" cxnId="{CDF5C96D-09A2-4F87-AF63-44BD670F267E}">
      <dgm:prSet/>
      <dgm:spPr/>
      <dgm:t>
        <a:bodyPr/>
        <a:lstStyle/>
        <a:p>
          <a:endParaRPr lang="en-US"/>
        </a:p>
      </dgm:t>
    </dgm:pt>
    <dgm:pt modelId="{3A3ED834-2144-4365-AE56-A6119855E768}">
      <dgm:prSet/>
      <dgm:spPr/>
      <dgm:t>
        <a:bodyPr/>
        <a:lstStyle/>
        <a:p>
          <a:pPr>
            <a:defRPr b="1"/>
          </a:pPr>
          <a:r>
            <a:rPr lang="en-US"/>
            <a:t>Evidence:</a:t>
          </a:r>
        </a:p>
      </dgm:t>
    </dgm:pt>
    <dgm:pt modelId="{52D8BE6D-1FDB-4FB4-88B2-F6E76224706D}" type="parTrans" cxnId="{1976C141-AE92-4FAF-9D5E-31FDA7DB5901}">
      <dgm:prSet/>
      <dgm:spPr/>
      <dgm:t>
        <a:bodyPr/>
        <a:lstStyle/>
        <a:p>
          <a:endParaRPr lang="en-US"/>
        </a:p>
      </dgm:t>
    </dgm:pt>
    <dgm:pt modelId="{5F638093-2E5F-4216-B5BB-927DF07F4164}" type="sibTrans" cxnId="{1976C141-AE92-4FAF-9D5E-31FDA7DB5901}">
      <dgm:prSet/>
      <dgm:spPr/>
      <dgm:t>
        <a:bodyPr/>
        <a:lstStyle/>
        <a:p>
          <a:endParaRPr lang="en-US"/>
        </a:p>
      </dgm:t>
    </dgm:pt>
    <dgm:pt modelId="{B0A738A2-D1F6-4B10-A034-292A175F3764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A timing table across several input sizes.</a:t>
          </a:r>
        </a:p>
      </dgm:t>
    </dgm:pt>
    <dgm:pt modelId="{68DDF5F7-74BF-477C-8AF3-25FD36F74D89}" type="parTrans" cxnId="{37985EA0-77CA-445B-B501-F7886276002E}">
      <dgm:prSet/>
      <dgm:spPr/>
      <dgm:t>
        <a:bodyPr/>
        <a:lstStyle/>
        <a:p>
          <a:endParaRPr lang="en-US"/>
        </a:p>
      </dgm:t>
    </dgm:pt>
    <dgm:pt modelId="{BC39D996-19D5-4DDB-A9BA-1B2A58D6C817}" type="sibTrans" cxnId="{37985EA0-77CA-445B-B501-F7886276002E}">
      <dgm:prSet/>
      <dgm:spPr/>
      <dgm:t>
        <a:bodyPr/>
        <a:lstStyle/>
        <a:p>
          <a:endParaRPr lang="en-US"/>
        </a:p>
      </dgm:t>
    </dgm:pt>
    <dgm:pt modelId="{5EBED0F9-1D33-4CF2-A0F0-DF3EF9DB4EAC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A formatted comparison summary that interprets the pattern.</a:t>
          </a:r>
        </a:p>
      </dgm:t>
    </dgm:pt>
    <dgm:pt modelId="{DE4C645C-7133-4D1D-87E8-0CB9D4587945}" type="parTrans" cxnId="{AC390D95-3F0F-47EB-A7E5-B7CFFD7294DA}">
      <dgm:prSet/>
      <dgm:spPr/>
      <dgm:t>
        <a:bodyPr/>
        <a:lstStyle/>
        <a:p>
          <a:endParaRPr lang="en-US"/>
        </a:p>
      </dgm:t>
    </dgm:pt>
    <dgm:pt modelId="{F4C25B8D-47BD-416C-88F3-1AE1BB580644}" type="sibTrans" cxnId="{AC390D95-3F0F-47EB-A7E5-B7CFFD7294DA}">
      <dgm:prSet/>
      <dgm:spPr/>
      <dgm:t>
        <a:bodyPr/>
        <a:lstStyle/>
        <a:p>
          <a:endParaRPr lang="en-US"/>
        </a:p>
      </dgm:t>
    </dgm:pt>
    <dgm:pt modelId="{8477E477-1E41-4B0A-BB1B-4D130CB76604}">
      <dgm:prSet/>
      <dgm:spPr/>
      <dgm:t>
        <a:bodyPr/>
        <a:lstStyle/>
        <a:p>
          <a:r>
            <a:rPr lang="en-US"/>
            <a:t>Goal</a:t>
          </a:r>
          <a:endParaRPr lang="en-US" dirty="0"/>
        </a:p>
      </dgm:t>
    </dgm:pt>
    <dgm:pt modelId="{BA84F64B-5E00-4D9D-845F-89BB91336190}" type="parTrans" cxnId="{B4B2B3B3-C6E8-4D80-9020-47736BC413A8}">
      <dgm:prSet/>
      <dgm:spPr/>
      <dgm:t>
        <a:bodyPr/>
        <a:lstStyle/>
        <a:p>
          <a:endParaRPr lang="en-US"/>
        </a:p>
      </dgm:t>
    </dgm:pt>
    <dgm:pt modelId="{89818D42-9F23-49BA-926F-2EA7F1BF1B62}" type="sibTrans" cxnId="{B4B2B3B3-C6E8-4D80-9020-47736BC413A8}">
      <dgm:prSet/>
      <dgm:spPr/>
      <dgm:t>
        <a:bodyPr/>
        <a:lstStyle/>
        <a:p>
          <a:endParaRPr lang="en-US"/>
        </a:p>
      </dgm:t>
    </dgm:pt>
    <dgm:pt modelId="{F9D55C77-E36E-4514-8E70-474B6DD9CCE5}">
      <dgm:prSet/>
      <dgm:spPr/>
      <dgm:t>
        <a:bodyPr/>
        <a:lstStyle/>
        <a:p>
          <a:pPr>
            <a:buNone/>
          </a:pPr>
          <a:r>
            <a:rPr lang="en-US" dirty="0"/>
            <a:t>Check whether values appear in a collection</a:t>
          </a:r>
        </a:p>
      </dgm:t>
    </dgm:pt>
    <dgm:pt modelId="{4AA9C821-F785-436F-92ED-9504A44974AF}" type="parTrans" cxnId="{AB1AB01D-90AC-4BDD-9C7F-7B2ADD93144A}">
      <dgm:prSet/>
      <dgm:spPr/>
      <dgm:t>
        <a:bodyPr/>
        <a:lstStyle/>
        <a:p>
          <a:endParaRPr lang="en-US"/>
        </a:p>
      </dgm:t>
    </dgm:pt>
    <dgm:pt modelId="{B6E5B23B-38E7-4960-B0CF-EC13EF3322C4}" type="sibTrans" cxnId="{AB1AB01D-90AC-4BDD-9C7F-7B2ADD93144A}">
      <dgm:prSet/>
      <dgm:spPr/>
      <dgm:t>
        <a:bodyPr/>
        <a:lstStyle/>
        <a:p>
          <a:endParaRPr lang="en-US"/>
        </a:p>
      </dgm:t>
    </dgm:pt>
    <dgm:pt modelId="{5210DC90-2BA6-45D5-8AAE-1A0ED2466398}" type="pres">
      <dgm:prSet presAssocID="{BAAA8DB5-FF99-401A-91F6-E8075BCA28CE}" presName="Name0" presStyleCnt="0">
        <dgm:presLayoutVars>
          <dgm:dir/>
          <dgm:animLvl val="lvl"/>
          <dgm:resizeHandles val="exact"/>
        </dgm:presLayoutVars>
      </dgm:prSet>
      <dgm:spPr/>
    </dgm:pt>
    <dgm:pt modelId="{E09BFB03-DCE5-4F69-B1EA-8BFFFC32A2F1}" type="pres">
      <dgm:prSet presAssocID="{AA235B5A-4798-4E7C-B667-299852863DA5}" presName="linNode" presStyleCnt="0"/>
      <dgm:spPr/>
    </dgm:pt>
    <dgm:pt modelId="{30D56222-46DC-49B6-93B9-D527764F5239}" type="pres">
      <dgm:prSet presAssocID="{AA235B5A-4798-4E7C-B667-299852863DA5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F4F20F46-BD9F-433C-B479-B55A8902755F}" type="pres">
      <dgm:prSet presAssocID="{AA235B5A-4798-4E7C-B667-299852863DA5}" presName="descendantText" presStyleLbl="alignAccFollowNode1" presStyleIdx="0" presStyleCnt="3">
        <dgm:presLayoutVars>
          <dgm:bulletEnabled val="1"/>
        </dgm:presLayoutVars>
      </dgm:prSet>
      <dgm:spPr/>
    </dgm:pt>
    <dgm:pt modelId="{CC14BB53-AFF8-4807-B74B-1D1537452EDE}" type="pres">
      <dgm:prSet presAssocID="{8C7FA012-410C-4AC2-A96F-D490BD20D34E}" presName="sp" presStyleCnt="0"/>
      <dgm:spPr/>
    </dgm:pt>
    <dgm:pt modelId="{4B8979C8-365D-4308-AA0B-602528C0C837}" type="pres">
      <dgm:prSet presAssocID="{3A3ED834-2144-4365-AE56-A6119855E768}" presName="linNode" presStyleCnt="0"/>
      <dgm:spPr/>
    </dgm:pt>
    <dgm:pt modelId="{1814F191-1891-489E-B0A1-1272D5EBF55F}" type="pres">
      <dgm:prSet presAssocID="{3A3ED834-2144-4365-AE56-A6119855E768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6E795E48-08AB-4278-AB2C-17633DCE4A21}" type="pres">
      <dgm:prSet presAssocID="{3A3ED834-2144-4365-AE56-A6119855E768}" presName="descendantText" presStyleLbl="alignAccFollowNode1" presStyleIdx="1" presStyleCnt="3">
        <dgm:presLayoutVars>
          <dgm:bulletEnabled val="1"/>
        </dgm:presLayoutVars>
      </dgm:prSet>
      <dgm:spPr/>
    </dgm:pt>
    <dgm:pt modelId="{7A2480FA-D083-42C6-98BD-3A55820E4EF8}" type="pres">
      <dgm:prSet presAssocID="{5F638093-2E5F-4216-B5BB-927DF07F4164}" presName="sp" presStyleCnt="0"/>
      <dgm:spPr/>
    </dgm:pt>
    <dgm:pt modelId="{08C96191-C635-4119-BDAE-47B734A368C7}" type="pres">
      <dgm:prSet presAssocID="{8477E477-1E41-4B0A-BB1B-4D130CB76604}" presName="linNode" presStyleCnt="0"/>
      <dgm:spPr/>
    </dgm:pt>
    <dgm:pt modelId="{05B628AE-3B1C-4161-A2F2-79CC492C689A}" type="pres">
      <dgm:prSet presAssocID="{8477E477-1E41-4B0A-BB1B-4D130CB76604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19B361A2-D7A8-43A5-AA5B-63BFB24FB360}" type="pres">
      <dgm:prSet presAssocID="{8477E477-1E41-4B0A-BB1B-4D130CB76604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FE66FA07-8BFC-4061-86D0-7D1EAF1792D5}" type="presOf" srcId="{DCC2D82A-496F-46E7-9E8A-A0486B509E04}" destId="{F4F20F46-BD9F-433C-B479-B55A8902755F}" srcOrd="0" destOrd="0" presId="urn:microsoft.com/office/officeart/2005/8/layout/vList5"/>
    <dgm:cxn modelId="{C0406F1A-9BF3-4559-86BE-3D48BA1D7F8C}" srcId="{BAAA8DB5-FF99-401A-91F6-E8075BCA28CE}" destId="{AA235B5A-4798-4E7C-B667-299852863DA5}" srcOrd="0" destOrd="0" parTransId="{DD75BC40-2176-42E4-9BE1-6A58AFFA1E93}" sibTransId="{8C7FA012-410C-4AC2-A96F-D490BD20D34E}"/>
    <dgm:cxn modelId="{AB1AB01D-90AC-4BDD-9C7F-7B2ADD93144A}" srcId="{8477E477-1E41-4B0A-BB1B-4D130CB76604}" destId="{F9D55C77-E36E-4514-8E70-474B6DD9CCE5}" srcOrd="0" destOrd="0" parTransId="{4AA9C821-F785-436F-92ED-9504A44974AF}" sibTransId="{B6E5B23B-38E7-4960-B0CF-EC13EF3322C4}"/>
    <dgm:cxn modelId="{BAEA7038-0028-4D30-B2EA-9EA79EAADE56}" srcId="{AA235B5A-4798-4E7C-B667-299852863DA5}" destId="{DCC2D82A-496F-46E7-9E8A-A0486B509E04}" srcOrd="0" destOrd="0" parTransId="{1E619D72-4575-451A-8238-425288ACFD5D}" sibTransId="{01A84278-F8B7-40CC-BFB2-6B5D2202F605}"/>
    <dgm:cxn modelId="{8396BA41-19A3-4B4A-8B12-7BE2DC5F9290}" srcId="{DCC2D82A-496F-46E7-9E8A-A0486B509E04}" destId="{EBF66487-1CE2-44A9-9103-D3535EA4CADA}" srcOrd="0" destOrd="0" parTransId="{A9BDEF05-CCA5-4DDC-8552-1CA8E8F63559}" sibTransId="{BBBF709C-DB93-4FB2-BE6E-0A196069F44C}"/>
    <dgm:cxn modelId="{1976C141-AE92-4FAF-9D5E-31FDA7DB5901}" srcId="{BAAA8DB5-FF99-401A-91F6-E8075BCA28CE}" destId="{3A3ED834-2144-4365-AE56-A6119855E768}" srcOrd="1" destOrd="0" parTransId="{52D8BE6D-1FDB-4FB4-88B2-F6E76224706D}" sibTransId="{5F638093-2E5F-4216-B5BB-927DF07F4164}"/>
    <dgm:cxn modelId="{CDF5C96D-09A2-4F87-AF63-44BD670F267E}" srcId="{AA235B5A-4798-4E7C-B667-299852863DA5}" destId="{98CB6CCD-8FD2-4DD4-9B4D-973C748662A9}" srcOrd="1" destOrd="0" parTransId="{BA7581A6-204F-4FFF-9F98-DB166E3A87BA}" sibTransId="{77ECC63B-0767-4DF0-8D37-950481EC06CB}"/>
    <dgm:cxn modelId="{ED804B53-E020-4F90-9565-950AB63CD1F7}" type="presOf" srcId="{3A3ED834-2144-4365-AE56-A6119855E768}" destId="{1814F191-1891-489E-B0A1-1272D5EBF55F}" srcOrd="0" destOrd="0" presId="urn:microsoft.com/office/officeart/2005/8/layout/vList5"/>
    <dgm:cxn modelId="{2D503355-DF58-4F9C-9DFC-332A1E1FE411}" type="presOf" srcId="{AAFD2ADC-7879-4C46-8C7E-EF05AC2135D8}" destId="{F4F20F46-BD9F-433C-B479-B55A8902755F}" srcOrd="0" destOrd="2" presId="urn:microsoft.com/office/officeart/2005/8/layout/vList5"/>
    <dgm:cxn modelId="{73569576-F2B3-4F48-A6C9-721D0884A1DD}" type="presOf" srcId="{F9D55C77-E36E-4514-8E70-474B6DD9CCE5}" destId="{19B361A2-D7A8-43A5-AA5B-63BFB24FB360}" srcOrd="0" destOrd="0" presId="urn:microsoft.com/office/officeart/2005/8/layout/vList5"/>
    <dgm:cxn modelId="{62BD157F-8381-4D4E-A28A-47A0D2AAC481}" type="presOf" srcId="{BAAA8DB5-FF99-401A-91F6-E8075BCA28CE}" destId="{5210DC90-2BA6-45D5-8AAE-1A0ED2466398}" srcOrd="0" destOrd="0" presId="urn:microsoft.com/office/officeart/2005/8/layout/vList5"/>
    <dgm:cxn modelId="{F3207B8A-42A8-48DA-95C6-435C7D808A36}" type="presOf" srcId="{EBF66487-1CE2-44A9-9103-D3535EA4CADA}" destId="{F4F20F46-BD9F-433C-B479-B55A8902755F}" srcOrd="0" destOrd="1" presId="urn:microsoft.com/office/officeart/2005/8/layout/vList5"/>
    <dgm:cxn modelId="{AC390D95-3F0F-47EB-A7E5-B7CFFD7294DA}" srcId="{3A3ED834-2144-4365-AE56-A6119855E768}" destId="{5EBED0F9-1D33-4CF2-A0F0-DF3EF9DB4EAC}" srcOrd="1" destOrd="0" parTransId="{DE4C645C-7133-4D1D-87E8-0CB9D4587945}" sibTransId="{F4C25B8D-47BD-416C-88F3-1AE1BB580644}"/>
    <dgm:cxn modelId="{37985EA0-77CA-445B-B501-F7886276002E}" srcId="{3A3ED834-2144-4365-AE56-A6119855E768}" destId="{B0A738A2-D1F6-4B10-A034-292A175F3764}" srcOrd="0" destOrd="0" parTransId="{68DDF5F7-74BF-477C-8AF3-25FD36F74D89}" sibTransId="{BC39D996-19D5-4DDB-A9BA-1B2A58D6C817}"/>
    <dgm:cxn modelId="{7CA8ABAD-3605-4EF6-B930-DE0702AD8F0C}" type="presOf" srcId="{B0A738A2-D1F6-4B10-A034-292A175F3764}" destId="{6E795E48-08AB-4278-AB2C-17633DCE4A21}" srcOrd="0" destOrd="0" presId="urn:microsoft.com/office/officeart/2005/8/layout/vList5"/>
    <dgm:cxn modelId="{B4B2B3B3-C6E8-4D80-9020-47736BC413A8}" srcId="{BAAA8DB5-FF99-401A-91F6-E8075BCA28CE}" destId="{8477E477-1E41-4B0A-BB1B-4D130CB76604}" srcOrd="2" destOrd="0" parTransId="{BA84F64B-5E00-4D9D-845F-89BB91336190}" sibTransId="{89818D42-9F23-49BA-926F-2EA7F1BF1B62}"/>
    <dgm:cxn modelId="{FA27A4C0-C6BD-4070-A5D3-2BC31F026B06}" type="presOf" srcId="{98CB6CCD-8FD2-4DD4-9B4D-973C748662A9}" destId="{F4F20F46-BD9F-433C-B479-B55A8902755F}" srcOrd="0" destOrd="3" presId="urn:microsoft.com/office/officeart/2005/8/layout/vList5"/>
    <dgm:cxn modelId="{BAFF93C3-1BE0-48E7-AAB1-CB5884B04E40}" srcId="{DCC2D82A-496F-46E7-9E8A-A0486B509E04}" destId="{AAFD2ADC-7879-4C46-8C7E-EF05AC2135D8}" srcOrd="1" destOrd="0" parTransId="{A13200E1-B6D9-4476-8D03-D03F14876983}" sibTransId="{BD91B097-6843-4AA5-AF68-F3A8A03B955D}"/>
    <dgm:cxn modelId="{1EBECFDE-469F-44F9-85E9-CF08F2F613CF}" type="presOf" srcId="{AA235B5A-4798-4E7C-B667-299852863DA5}" destId="{30D56222-46DC-49B6-93B9-D527764F5239}" srcOrd="0" destOrd="0" presId="urn:microsoft.com/office/officeart/2005/8/layout/vList5"/>
    <dgm:cxn modelId="{BB311AEA-B5CF-42FD-A26B-B8C7B7D3CBDE}" type="presOf" srcId="{5EBED0F9-1D33-4CF2-A0F0-DF3EF9DB4EAC}" destId="{6E795E48-08AB-4278-AB2C-17633DCE4A21}" srcOrd="0" destOrd="1" presId="urn:microsoft.com/office/officeart/2005/8/layout/vList5"/>
    <dgm:cxn modelId="{62C9DFF7-0B09-4781-9BC2-2BE90FD1E595}" type="presOf" srcId="{8477E477-1E41-4B0A-BB1B-4D130CB76604}" destId="{05B628AE-3B1C-4161-A2F2-79CC492C689A}" srcOrd="0" destOrd="0" presId="urn:microsoft.com/office/officeart/2005/8/layout/vList5"/>
    <dgm:cxn modelId="{62ABDFFE-896F-42EC-9E28-43D3A842A28B}" type="presParOf" srcId="{5210DC90-2BA6-45D5-8AAE-1A0ED2466398}" destId="{E09BFB03-DCE5-4F69-B1EA-8BFFFC32A2F1}" srcOrd="0" destOrd="0" presId="urn:microsoft.com/office/officeart/2005/8/layout/vList5"/>
    <dgm:cxn modelId="{D2D3F526-A680-41DF-9408-D3F814C42BC0}" type="presParOf" srcId="{E09BFB03-DCE5-4F69-B1EA-8BFFFC32A2F1}" destId="{30D56222-46DC-49B6-93B9-D527764F5239}" srcOrd="0" destOrd="0" presId="urn:microsoft.com/office/officeart/2005/8/layout/vList5"/>
    <dgm:cxn modelId="{C60880FC-6DCF-49AB-9ACE-301E520BFF88}" type="presParOf" srcId="{E09BFB03-DCE5-4F69-B1EA-8BFFFC32A2F1}" destId="{F4F20F46-BD9F-433C-B479-B55A8902755F}" srcOrd="1" destOrd="0" presId="urn:microsoft.com/office/officeart/2005/8/layout/vList5"/>
    <dgm:cxn modelId="{4C291006-A7A5-43E2-A6CE-A66492CF629C}" type="presParOf" srcId="{5210DC90-2BA6-45D5-8AAE-1A0ED2466398}" destId="{CC14BB53-AFF8-4807-B74B-1D1537452EDE}" srcOrd="1" destOrd="0" presId="urn:microsoft.com/office/officeart/2005/8/layout/vList5"/>
    <dgm:cxn modelId="{698A7240-4FD4-4246-BFE0-34234818FDC8}" type="presParOf" srcId="{5210DC90-2BA6-45D5-8AAE-1A0ED2466398}" destId="{4B8979C8-365D-4308-AA0B-602528C0C837}" srcOrd="2" destOrd="0" presId="urn:microsoft.com/office/officeart/2005/8/layout/vList5"/>
    <dgm:cxn modelId="{27A8AA9F-3029-4394-9042-1E99C28170B8}" type="presParOf" srcId="{4B8979C8-365D-4308-AA0B-602528C0C837}" destId="{1814F191-1891-489E-B0A1-1272D5EBF55F}" srcOrd="0" destOrd="0" presId="urn:microsoft.com/office/officeart/2005/8/layout/vList5"/>
    <dgm:cxn modelId="{7BE6C6BC-5B35-4833-AA91-34395537B8B8}" type="presParOf" srcId="{4B8979C8-365D-4308-AA0B-602528C0C837}" destId="{6E795E48-08AB-4278-AB2C-17633DCE4A21}" srcOrd="1" destOrd="0" presId="urn:microsoft.com/office/officeart/2005/8/layout/vList5"/>
    <dgm:cxn modelId="{CF78C1A9-6E4E-45AC-861A-2580F5669031}" type="presParOf" srcId="{5210DC90-2BA6-45D5-8AAE-1A0ED2466398}" destId="{7A2480FA-D083-42C6-98BD-3A55820E4EF8}" srcOrd="3" destOrd="0" presId="urn:microsoft.com/office/officeart/2005/8/layout/vList5"/>
    <dgm:cxn modelId="{7F4644A3-EDDB-45B8-A2DB-B1CCB84494C7}" type="presParOf" srcId="{5210DC90-2BA6-45D5-8AAE-1A0ED2466398}" destId="{08C96191-C635-4119-BDAE-47B734A368C7}" srcOrd="4" destOrd="0" presId="urn:microsoft.com/office/officeart/2005/8/layout/vList5"/>
    <dgm:cxn modelId="{7427AE15-84A1-4765-A607-6A1D39BACDD9}" type="presParOf" srcId="{08C96191-C635-4119-BDAE-47B734A368C7}" destId="{05B628AE-3B1C-4161-A2F2-79CC492C689A}" srcOrd="0" destOrd="0" presId="urn:microsoft.com/office/officeart/2005/8/layout/vList5"/>
    <dgm:cxn modelId="{419CEE65-F08A-4D36-BEB3-91EC9A9E9E88}" type="presParOf" srcId="{08C96191-C635-4119-BDAE-47B734A368C7}" destId="{19B361A2-D7A8-43A5-AA5B-63BFB24FB36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840F5F2-94FA-4CD6-8BF7-63040BA0352C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86DCDB-D26F-4965-A378-9E795C7D775F}">
      <dgm:prSet/>
      <dgm:spPr/>
      <dgm:t>
        <a:bodyPr/>
        <a:lstStyle/>
        <a:p>
          <a:pPr>
            <a:buNone/>
          </a:pPr>
          <a:r>
            <a:rPr lang="en-US" dirty="0"/>
            <a:t>For Lab 0n:</a:t>
          </a:r>
        </a:p>
      </dgm:t>
    </dgm:pt>
    <dgm:pt modelId="{F2CCADF5-E015-411F-940B-AB7D39FAA7E3}" type="parTrans" cxnId="{EAC7EA03-237A-4177-AF39-F258BD03A84C}">
      <dgm:prSet/>
      <dgm:spPr/>
      <dgm:t>
        <a:bodyPr/>
        <a:lstStyle/>
        <a:p>
          <a:endParaRPr lang="en-US"/>
        </a:p>
      </dgm:t>
    </dgm:pt>
    <dgm:pt modelId="{B3C1317B-62C2-4315-A086-9B12A0C575B2}" type="sibTrans" cxnId="{EAC7EA03-237A-4177-AF39-F258BD03A84C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5DAB3EFD-C8EA-4F2F-961D-33487B9B3831}">
      <dgm:prSet/>
      <dgm:spPr/>
      <dgm:t>
        <a:bodyPr/>
        <a:lstStyle/>
        <a:p>
          <a:r>
            <a:rPr lang="en-US" dirty="0"/>
            <a:t>?</a:t>
          </a:r>
        </a:p>
      </dgm:t>
    </dgm:pt>
    <dgm:pt modelId="{73AD42D8-AA3A-4E33-9B90-29603715FDE0}" type="parTrans" cxnId="{32E31762-0749-4460-8A35-25E82B824E60}">
      <dgm:prSet/>
      <dgm:spPr/>
      <dgm:t>
        <a:bodyPr/>
        <a:lstStyle/>
        <a:p>
          <a:endParaRPr lang="en-US"/>
        </a:p>
      </dgm:t>
    </dgm:pt>
    <dgm:pt modelId="{E807C405-E54E-43CB-8BFA-0F5B35E6C200}" type="sibTrans" cxnId="{32E31762-0749-4460-8A35-25E82B824E60}">
      <dgm:prSet/>
      <dgm:spPr/>
      <dgm:t>
        <a:bodyPr/>
        <a:lstStyle/>
        <a:p>
          <a:endParaRPr lang="en-US"/>
        </a:p>
      </dgm:t>
    </dgm:pt>
    <dgm:pt modelId="{A4CEFACC-AFAC-472E-9C7D-78289EFB63D1}" type="pres">
      <dgm:prSet presAssocID="{4840F5F2-94FA-4CD6-8BF7-63040BA0352C}" presName="Name0" presStyleCnt="0">
        <dgm:presLayoutVars>
          <dgm:animLvl val="lvl"/>
          <dgm:resizeHandles val="exact"/>
        </dgm:presLayoutVars>
      </dgm:prSet>
      <dgm:spPr/>
    </dgm:pt>
    <dgm:pt modelId="{15D43CAF-FB9C-4C2E-A178-B5846807A9A3}" type="pres">
      <dgm:prSet presAssocID="{EC86DCDB-D26F-4965-A378-9E795C7D775F}" presName="compositeNode" presStyleCnt="0">
        <dgm:presLayoutVars>
          <dgm:bulletEnabled val="1"/>
        </dgm:presLayoutVars>
      </dgm:prSet>
      <dgm:spPr/>
    </dgm:pt>
    <dgm:pt modelId="{0579B2E2-F254-4758-975D-BCCCEBEB091F}" type="pres">
      <dgm:prSet presAssocID="{EC86DCDB-D26F-4965-A378-9E795C7D775F}" presName="bgRect" presStyleLbl="bgAccFollowNode1" presStyleIdx="0" presStyleCnt="1"/>
      <dgm:spPr/>
    </dgm:pt>
    <dgm:pt modelId="{6E066B6B-870C-47BB-B0D4-7DDBD6CCC405}" type="pres">
      <dgm:prSet presAssocID="{B3C1317B-62C2-4315-A086-9B12A0C575B2}" presName="sibTransNodeCircle" presStyleLbl="alignNode1" presStyleIdx="0" presStyleCnt="2">
        <dgm:presLayoutVars>
          <dgm:chMax val="0"/>
          <dgm:bulletEnabled/>
        </dgm:presLayoutVars>
      </dgm:prSet>
      <dgm:spPr/>
    </dgm:pt>
    <dgm:pt modelId="{661C993E-716A-4EDE-A4B7-74802377363E}" type="pres">
      <dgm:prSet presAssocID="{EC86DCDB-D26F-4965-A378-9E795C7D775F}" presName="bottomLine" presStyleLbl="alignNode1" presStyleIdx="1" presStyleCnt="2">
        <dgm:presLayoutVars/>
      </dgm:prSet>
      <dgm:spPr/>
    </dgm:pt>
    <dgm:pt modelId="{4F1D6665-5290-476B-9B2D-0218BE499140}" type="pres">
      <dgm:prSet presAssocID="{EC86DCDB-D26F-4965-A378-9E795C7D775F}" presName="nodeText" presStyleLbl="bgAccFollowNode1" presStyleIdx="0" presStyleCnt="1">
        <dgm:presLayoutVars>
          <dgm:bulletEnabled val="1"/>
        </dgm:presLayoutVars>
      </dgm:prSet>
      <dgm:spPr/>
    </dgm:pt>
  </dgm:ptLst>
  <dgm:cxnLst>
    <dgm:cxn modelId="{EAC7EA03-237A-4177-AF39-F258BD03A84C}" srcId="{4840F5F2-94FA-4CD6-8BF7-63040BA0352C}" destId="{EC86DCDB-D26F-4965-A378-9E795C7D775F}" srcOrd="0" destOrd="0" parTransId="{F2CCADF5-E015-411F-940B-AB7D39FAA7E3}" sibTransId="{B3C1317B-62C2-4315-A086-9B12A0C575B2}"/>
    <dgm:cxn modelId="{17595D5F-4DE4-4F45-BB49-7071125E3710}" type="presOf" srcId="{B3C1317B-62C2-4315-A086-9B12A0C575B2}" destId="{6E066B6B-870C-47BB-B0D4-7DDBD6CCC405}" srcOrd="0" destOrd="0" presId="urn:microsoft.com/office/officeart/2016/7/layout/BasicLinearProcessNumbered"/>
    <dgm:cxn modelId="{32E31762-0749-4460-8A35-25E82B824E60}" srcId="{EC86DCDB-D26F-4965-A378-9E795C7D775F}" destId="{5DAB3EFD-C8EA-4F2F-961D-33487B9B3831}" srcOrd="0" destOrd="0" parTransId="{73AD42D8-AA3A-4E33-9B90-29603715FDE0}" sibTransId="{E807C405-E54E-43CB-8BFA-0F5B35E6C200}"/>
    <dgm:cxn modelId="{49258759-432A-4EBB-B687-D2F3F3273EC3}" type="presOf" srcId="{EC86DCDB-D26F-4965-A378-9E795C7D775F}" destId="{4F1D6665-5290-476B-9B2D-0218BE499140}" srcOrd="1" destOrd="0" presId="urn:microsoft.com/office/officeart/2016/7/layout/BasicLinearProcessNumbered"/>
    <dgm:cxn modelId="{29E32D80-53E6-4E66-B57D-3FC32696A914}" type="presOf" srcId="{5DAB3EFD-C8EA-4F2F-961D-33487B9B3831}" destId="{4F1D6665-5290-476B-9B2D-0218BE499140}" srcOrd="0" destOrd="1" presId="urn:microsoft.com/office/officeart/2016/7/layout/BasicLinearProcessNumbered"/>
    <dgm:cxn modelId="{DBCAB18E-D95F-4068-999A-1A7F3D9E9AAF}" type="presOf" srcId="{4840F5F2-94FA-4CD6-8BF7-63040BA0352C}" destId="{A4CEFACC-AFAC-472E-9C7D-78289EFB63D1}" srcOrd="0" destOrd="0" presId="urn:microsoft.com/office/officeart/2016/7/layout/BasicLinearProcessNumbered"/>
    <dgm:cxn modelId="{19957AA2-0EF5-426A-AEE8-9C759DEB4B95}" type="presOf" srcId="{EC86DCDB-D26F-4965-A378-9E795C7D775F}" destId="{0579B2E2-F254-4758-975D-BCCCEBEB091F}" srcOrd="0" destOrd="0" presId="urn:microsoft.com/office/officeart/2016/7/layout/BasicLinearProcessNumbered"/>
    <dgm:cxn modelId="{62C420E6-AB07-4C07-B2EB-BAE7F1C95841}" type="presParOf" srcId="{A4CEFACC-AFAC-472E-9C7D-78289EFB63D1}" destId="{15D43CAF-FB9C-4C2E-A178-B5846807A9A3}" srcOrd="0" destOrd="0" presId="urn:microsoft.com/office/officeart/2016/7/layout/BasicLinearProcessNumbered"/>
    <dgm:cxn modelId="{3A84E957-B8F0-4904-9475-D0C2C191683F}" type="presParOf" srcId="{15D43CAF-FB9C-4C2E-A178-B5846807A9A3}" destId="{0579B2E2-F254-4758-975D-BCCCEBEB091F}" srcOrd="0" destOrd="0" presId="urn:microsoft.com/office/officeart/2016/7/layout/BasicLinearProcessNumbered"/>
    <dgm:cxn modelId="{5B6BBE3F-852E-43DD-B04A-D69445C81C71}" type="presParOf" srcId="{15D43CAF-FB9C-4C2E-A178-B5846807A9A3}" destId="{6E066B6B-870C-47BB-B0D4-7DDBD6CCC405}" srcOrd="1" destOrd="0" presId="urn:microsoft.com/office/officeart/2016/7/layout/BasicLinearProcessNumbered"/>
    <dgm:cxn modelId="{F3E2039E-6180-4865-8B0E-0D9841205EAE}" type="presParOf" srcId="{15D43CAF-FB9C-4C2E-A178-B5846807A9A3}" destId="{661C993E-716A-4EDE-A4B7-74802377363E}" srcOrd="2" destOrd="0" presId="urn:microsoft.com/office/officeart/2016/7/layout/BasicLinearProcessNumbered"/>
    <dgm:cxn modelId="{D80A3FA2-14B2-4876-9B62-C1D54E266A0A}" type="presParOf" srcId="{15D43CAF-FB9C-4C2E-A178-B5846807A9A3}" destId="{4F1D6665-5290-476B-9B2D-0218BE499140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2F3400-ACEA-4BF2-B7EA-1224E7E39347}">
      <dsp:nvSpPr>
        <dsp:cNvPr id="0" name=""/>
        <dsp:cNvSpPr/>
      </dsp:nvSpPr>
      <dsp:spPr>
        <a:xfrm>
          <a:off x="0" y="1279769"/>
          <a:ext cx="6447234" cy="20451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0377" tIns="1020572" rIns="500377" bIns="348488" numCol="1" spcCol="1270" anchor="t" anchorCtr="0">
          <a:noAutofit/>
        </a:bodyPr>
        <a:lstStyle/>
        <a:p>
          <a:pPr marL="285750" lvl="1" indent="-285750" algn="l" defTabSz="2178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900" kern="1200" dirty="0"/>
            <a:t>?</a:t>
          </a:r>
        </a:p>
      </dsp:txBody>
      <dsp:txXfrm>
        <a:off x="0" y="1279769"/>
        <a:ext cx="6447234" cy="2045137"/>
      </dsp:txXfrm>
    </dsp:sp>
    <dsp:sp modelId="{91615320-4CF6-4AA6-903B-2DA45376792B}">
      <dsp:nvSpPr>
        <dsp:cNvPr id="0" name=""/>
        <dsp:cNvSpPr/>
      </dsp:nvSpPr>
      <dsp:spPr>
        <a:xfrm>
          <a:off x="322361" y="556529"/>
          <a:ext cx="4513063" cy="14464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583" tIns="0" rIns="170583" bIns="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Last week, we focused on:</a:t>
          </a:r>
        </a:p>
      </dsp:txBody>
      <dsp:txXfrm>
        <a:off x="392972" y="627140"/>
        <a:ext cx="4371841" cy="13052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17DEE2-2529-4048-A027-0347422F7B4B}">
      <dsp:nvSpPr>
        <dsp:cNvPr id="0" name=""/>
        <dsp:cNvSpPr/>
      </dsp:nvSpPr>
      <dsp:spPr>
        <a:xfrm>
          <a:off x="0" y="92677"/>
          <a:ext cx="5019610" cy="87457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compare two approaches</a:t>
          </a:r>
        </a:p>
      </dsp:txBody>
      <dsp:txXfrm>
        <a:off x="42693" y="135370"/>
        <a:ext cx="4934224" cy="789189"/>
      </dsp:txXfrm>
    </dsp:sp>
    <dsp:sp modelId="{953729D8-D97F-44F2-81C8-913FF1732DF0}">
      <dsp:nvSpPr>
        <dsp:cNvPr id="0" name=""/>
        <dsp:cNvSpPr/>
      </dsp:nvSpPr>
      <dsp:spPr>
        <a:xfrm>
          <a:off x="0" y="1033492"/>
          <a:ext cx="5019610" cy="874575"/>
        </a:xfrm>
        <a:prstGeom prst="roundRect">
          <a:avLst/>
        </a:prstGeom>
        <a:gradFill rotWithShape="0">
          <a:gsLst>
            <a:gs pos="0">
              <a:schemeClr val="accent2">
                <a:hueOff val="-2474057"/>
                <a:satOff val="8986"/>
                <a:lumOff val="834"/>
                <a:alphaOff val="0"/>
                <a:tint val="96000"/>
                <a:lumMod val="100000"/>
              </a:schemeClr>
            </a:gs>
            <a:gs pos="78000">
              <a:schemeClr val="accent2">
                <a:hueOff val="-2474057"/>
                <a:satOff val="8986"/>
                <a:lumOff val="834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collect timing evidence</a:t>
          </a:r>
        </a:p>
      </dsp:txBody>
      <dsp:txXfrm>
        <a:off x="42693" y="1076185"/>
        <a:ext cx="4934224" cy="789189"/>
      </dsp:txXfrm>
    </dsp:sp>
    <dsp:sp modelId="{A8D91054-8DD9-448A-904B-04704F91BE5B}">
      <dsp:nvSpPr>
        <dsp:cNvPr id="0" name=""/>
        <dsp:cNvSpPr/>
      </dsp:nvSpPr>
      <dsp:spPr>
        <a:xfrm>
          <a:off x="0" y="1974307"/>
          <a:ext cx="5019610" cy="874575"/>
        </a:xfrm>
        <a:prstGeom prst="roundRect">
          <a:avLst/>
        </a:prstGeom>
        <a:gradFill rotWithShape="0">
          <a:gsLst>
            <a:gs pos="0">
              <a:schemeClr val="accent2">
                <a:hueOff val="-4948115"/>
                <a:satOff val="17972"/>
                <a:lumOff val="1667"/>
                <a:alphaOff val="0"/>
                <a:tint val="96000"/>
                <a:lumMod val="100000"/>
              </a:schemeClr>
            </a:gs>
            <a:gs pos="78000">
              <a:schemeClr val="accent2">
                <a:hueOff val="-4948115"/>
                <a:satOff val="17972"/>
                <a:lumOff val="166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describe growth cautiously</a:t>
          </a:r>
        </a:p>
      </dsp:txBody>
      <dsp:txXfrm>
        <a:off x="42693" y="2017000"/>
        <a:ext cx="4934224" cy="789189"/>
      </dsp:txXfrm>
    </dsp:sp>
    <dsp:sp modelId="{757879D0-74B4-423F-8DF0-7031701AE794}">
      <dsp:nvSpPr>
        <dsp:cNvPr id="0" name=""/>
        <dsp:cNvSpPr/>
      </dsp:nvSpPr>
      <dsp:spPr>
        <a:xfrm>
          <a:off x="0" y="2915122"/>
          <a:ext cx="5019610" cy="874575"/>
        </a:xfrm>
        <a:prstGeom prst="roundRect">
          <a:avLst/>
        </a:prstGeom>
        <a:gradFill rotWithShape="0">
          <a:gsLst>
            <a:gs pos="0">
              <a:schemeClr val="accent2">
                <a:hueOff val="-7422172"/>
                <a:satOff val="26958"/>
                <a:lumOff val="2501"/>
                <a:alphaOff val="0"/>
                <a:tint val="96000"/>
                <a:lumMod val="100000"/>
              </a:schemeClr>
            </a:gs>
            <a:gs pos="78000">
              <a:schemeClr val="accent2">
                <a:hueOff val="-7422172"/>
                <a:satOff val="26958"/>
                <a:lumOff val="250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use basic Big-O vocabulary</a:t>
          </a:r>
        </a:p>
      </dsp:txBody>
      <dsp:txXfrm>
        <a:off x="42693" y="2957815"/>
        <a:ext cx="4934224" cy="789189"/>
      </dsp:txXfrm>
    </dsp:sp>
    <dsp:sp modelId="{2E76E2E3-35EA-48C7-A45C-F0395CE090B2}">
      <dsp:nvSpPr>
        <dsp:cNvPr id="0" name=""/>
        <dsp:cNvSpPr/>
      </dsp:nvSpPr>
      <dsp:spPr>
        <a:xfrm>
          <a:off x="0" y="3855937"/>
          <a:ext cx="5019610" cy="874575"/>
        </a:xfrm>
        <a:prstGeom prst="roundRect">
          <a:avLst/>
        </a:prstGeom>
        <a:gradFill rotWithShape="0">
          <a:gsLst>
            <a:gs pos="0">
              <a:schemeClr val="accent2">
                <a:hueOff val="-9896230"/>
                <a:satOff val="35944"/>
                <a:lumOff val="3335"/>
                <a:alphaOff val="0"/>
                <a:tint val="96000"/>
                <a:lumMod val="100000"/>
              </a:schemeClr>
            </a:gs>
            <a:gs pos="78000">
              <a:schemeClr val="accent2">
                <a:hueOff val="-9896230"/>
                <a:satOff val="35944"/>
                <a:lumOff val="3335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identify a limitation of your evidence</a:t>
          </a:r>
        </a:p>
      </dsp:txBody>
      <dsp:txXfrm>
        <a:off x="42693" y="3898630"/>
        <a:ext cx="4934224" cy="7891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F20F46-BD9F-433C-B479-B55A8902755F}">
      <dsp:nvSpPr>
        <dsp:cNvPr id="0" name=""/>
        <dsp:cNvSpPr/>
      </dsp:nvSpPr>
      <dsp:spPr>
        <a:xfrm rot="5400000">
          <a:off x="4377572" y="-1646758"/>
          <a:ext cx="1055350" cy="461670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 dirty="0"/>
            <a:t>Compare two ways to check whether values appear in a collection: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i="1" kern="1200" dirty="0"/>
            <a:t>Manual list lookup with a loop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i="1" kern="1200" dirty="0"/>
            <a:t>Set membership lookup with `in`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 dirty="0"/>
            <a:t>The demo uses the same lookup task for both approaches, then repeats the task across larger input sizes.</a:t>
          </a:r>
        </a:p>
      </dsp:txBody>
      <dsp:txXfrm rot="-5400000">
        <a:off x="2596895" y="185437"/>
        <a:ext cx="4565186" cy="952314"/>
      </dsp:txXfrm>
    </dsp:sp>
    <dsp:sp modelId="{30D56222-46DC-49B6-93B9-D527764F5239}">
      <dsp:nvSpPr>
        <dsp:cNvPr id="0" name=""/>
        <dsp:cNvSpPr/>
      </dsp:nvSpPr>
      <dsp:spPr>
        <a:xfrm>
          <a:off x="0" y="1998"/>
          <a:ext cx="2596896" cy="131918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500" kern="1200"/>
            <a:t>Problem:</a:t>
          </a:r>
        </a:p>
      </dsp:txBody>
      <dsp:txXfrm>
        <a:off x="64397" y="66395"/>
        <a:ext cx="2468102" cy="1190394"/>
      </dsp:txXfrm>
    </dsp:sp>
    <dsp:sp modelId="{6E795E48-08AB-4278-AB2C-17633DCE4A21}">
      <dsp:nvSpPr>
        <dsp:cNvPr id="0" name=""/>
        <dsp:cNvSpPr/>
      </dsp:nvSpPr>
      <dsp:spPr>
        <a:xfrm rot="5400000">
          <a:off x="4377572" y="-261611"/>
          <a:ext cx="1055350" cy="4616704"/>
        </a:xfrm>
        <a:prstGeom prst="round2SameRect">
          <a:avLst/>
        </a:prstGeom>
        <a:solidFill>
          <a:schemeClr val="accent2">
            <a:tint val="40000"/>
            <a:alpha val="90000"/>
            <a:hueOff val="-5577636"/>
            <a:satOff val="24312"/>
            <a:lumOff val="1794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5577636"/>
              <a:satOff val="24312"/>
              <a:lumOff val="179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100" kern="1200" dirty="0"/>
            <a:t>A timing table across several input sizes.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100" kern="1200" dirty="0"/>
            <a:t>A formatted comparison summary that interprets the pattern.</a:t>
          </a:r>
        </a:p>
      </dsp:txBody>
      <dsp:txXfrm rot="-5400000">
        <a:off x="2596895" y="1570584"/>
        <a:ext cx="4565186" cy="952314"/>
      </dsp:txXfrm>
    </dsp:sp>
    <dsp:sp modelId="{1814F191-1891-489E-B0A1-1272D5EBF55F}">
      <dsp:nvSpPr>
        <dsp:cNvPr id="0" name=""/>
        <dsp:cNvSpPr/>
      </dsp:nvSpPr>
      <dsp:spPr>
        <a:xfrm>
          <a:off x="0" y="1387146"/>
          <a:ext cx="2596896" cy="1319188"/>
        </a:xfrm>
        <a:prstGeom prst="roundRect">
          <a:avLst/>
        </a:prstGeom>
        <a:solidFill>
          <a:schemeClr val="accent2">
            <a:hueOff val="-4948115"/>
            <a:satOff val="17972"/>
            <a:lumOff val="166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500" kern="1200"/>
            <a:t>Evidence:</a:t>
          </a:r>
        </a:p>
      </dsp:txBody>
      <dsp:txXfrm>
        <a:off x="64397" y="1451543"/>
        <a:ext cx="2468102" cy="1190394"/>
      </dsp:txXfrm>
    </dsp:sp>
    <dsp:sp modelId="{19B361A2-D7A8-43A5-AA5B-63BFB24FB360}">
      <dsp:nvSpPr>
        <dsp:cNvPr id="0" name=""/>
        <dsp:cNvSpPr/>
      </dsp:nvSpPr>
      <dsp:spPr>
        <a:xfrm rot="5400000">
          <a:off x="4377572" y="1123536"/>
          <a:ext cx="1055350" cy="4616704"/>
        </a:xfrm>
        <a:prstGeom prst="round2SameRect">
          <a:avLst/>
        </a:prstGeom>
        <a:solidFill>
          <a:schemeClr val="accent2">
            <a:tint val="40000"/>
            <a:alpha val="90000"/>
            <a:hueOff val="-11155272"/>
            <a:satOff val="48624"/>
            <a:lumOff val="3588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1155272"/>
              <a:satOff val="48624"/>
              <a:lumOff val="35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 dirty="0"/>
            <a:t>Check whether values appear in a collection</a:t>
          </a:r>
        </a:p>
      </dsp:txBody>
      <dsp:txXfrm rot="-5400000">
        <a:off x="2596895" y="2955731"/>
        <a:ext cx="4565186" cy="952314"/>
      </dsp:txXfrm>
    </dsp:sp>
    <dsp:sp modelId="{05B628AE-3B1C-4161-A2F2-79CC492C689A}">
      <dsp:nvSpPr>
        <dsp:cNvPr id="0" name=""/>
        <dsp:cNvSpPr/>
      </dsp:nvSpPr>
      <dsp:spPr>
        <a:xfrm>
          <a:off x="0" y="2772294"/>
          <a:ext cx="2596896" cy="1319188"/>
        </a:xfrm>
        <a:prstGeom prst="roundRect">
          <a:avLst/>
        </a:prstGeom>
        <a:solidFill>
          <a:schemeClr val="accent2">
            <a:hueOff val="-9896230"/>
            <a:satOff val="35944"/>
            <a:lumOff val="333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Goal</a:t>
          </a:r>
          <a:endParaRPr lang="en-US" sz="3500" kern="1200" dirty="0"/>
        </a:p>
      </dsp:txBody>
      <dsp:txXfrm>
        <a:off x="64397" y="2836691"/>
        <a:ext cx="2468102" cy="119039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79B2E2-F254-4758-975D-BCCCEBEB091F}">
      <dsp:nvSpPr>
        <dsp:cNvPr id="0" name=""/>
        <dsp:cNvSpPr/>
      </dsp:nvSpPr>
      <dsp:spPr>
        <a:xfrm>
          <a:off x="0" y="0"/>
          <a:ext cx="6347714" cy="388077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4892" tIns="330200" rIns="49489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For Lab 0n: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?</a:t>
          </a:r>
        </a:p>
      </dsp:txBody>
      <dsp:txXfrm>
        <a:off x="0" y="1474693"/>
        <a:ext cx="6347714" cy="2328463"/>
      </dsp:txXfrm>
    </dsp:sp>
    <dsp:sp modelId="{6E066B6B-870C-47BB-B0D4-7DDBD6CCC405}">
      <dsp:nvSpPr>
        <dsp:cNvPr id="0" name=""/>
        <dsp:cNvSpPr/>
      </dsp:nvSpPr>
      <dsp:spPr>
        <a:xfrm>
          <a:off x="2591741" y="388077"/>
          <a:ext cx="1164231" cy="11642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768" tIns="12700" rIns="907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2762239" y="558575"/>
        <a:ext cx="823235" cy="823235"/>
      </dsp:txXfrm>
    </dsp:sp>
    <dsp:sp modelId="{661C993E-716A-4EDE-A4B7-74802377363E}">
      <dsp:nvSpPr>
        <dsp:cNvPr id="0" name=""/>
        <dsp:cNvSpPr/>
      </dsp:nvSpPr>
      <dsp:spPr>
        <a:xfrm>
          <a:off x="0" y="3880701"/>
          <a:ext cx="6347714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759AF9F-1092-690D-006F-EBCE2C96B7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FC0900-FCC2-2A2A-613C-A277F4B712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943E5A-6629-4B53-8BAD-0FC37077EB1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D7F8D-A102-3CF3-78CD-2CA4C36115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03618-FB8B-BA92-AF2F-43138FFAD9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05D54-93E9-4845-A874-0CB2F7E46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368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382475-516A-409A-944E-F435F3DFCCF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16ACA2-47E6-42D2-BEC8-EDC49A1A9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224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34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31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13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35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** Instructor Notes ** </a:t>
            </a:r>
          </a:p>
          <a:p>
            <a:r>
              <a:rPr lang="en-US" dirty="0"/>
              <a:t>Step through the coding solution(s) for the Lab.</a:t>
            </a:r>
            <a:br>
              <a:rPr lang="en-US" dirty="0"/>
            </a:br>
            <a:r>
              <a:rPr lang="en-US" dirty="0"/>
              <a:t>Be sure to state that this is only *one* solution of many. </a:t>
            </a:r>
            <a:br>
              <a:rPr lang="en-US" dirty="0"/>
            </a:br>
            <a:r>
              <a:rPr lang="en-US" dirty="0"/>
              <a:t>NOT the best or only solution.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616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573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17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700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020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250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6578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624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not rush the trace.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 students what low, high, and mid mean before running the binary search explanation.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point is not that binary search "fails every time" on unsorted data.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point is that it is not trustworthy because its reasoning no longer holds.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Watch the decisions, not just the final result.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171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6746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 this as an add-on step after the plain-text version has already been run and tested.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 explicitly: "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algorithm is already complete. We are not changing the decision rule. We are improving how the evidence is displayed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add the color support code and rerun the demo. Use the output as the example. 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(Do not over-teach ANSI escape codes. 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point is readability: console output can be designed for humans, even when the program is still simple.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**Misconception Warning:**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Students may think colorized output is a requirement for the Lab.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Clarify that it is not required.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lab requirement is clear evidence.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 is an optional presentation improvement.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this is only a presentation add-on, the program should still work and remain understandable without color.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609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686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students use a walkthrough, they must explain the pattern in their own words, how they adapted it, and what they decided themselves.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**Related Artifact:**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`---`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README is where students connect code, timing, and explanation.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80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 that the “timing limitation” note is not an apology.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part of responsible technical communication.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good limitation note shows that the student understands what the evidence can and cannot claim.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 by restating the difference between evidence and overclaiming.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2131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6542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0807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 back to the reading's quality features: correct, understandable, efficient. </a:t>
            </a: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three matter.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Students now have the vocabulary needed for Lab 02.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695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33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1221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slide prepares the Week 3 reading.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textbook covers a broad set of structures, including Python built-ins, Series,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DataFrames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matrices, vectors, stacks, queues, and trees.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Students do not need to master all of them before class.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expectation is that students arrive with basic recognition: they should have seen the terms, noticed the operation tables, and be ready to ask which structure fits which problem.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3616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1965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16ACA2-47E6-42D2-BEC8-EDC49A1A9FA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3924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441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624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16E1E9-1B50-BC39-BE3A-AFDDF27CC4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0594" y="300327"/>
            <a:ext cx="1196045" cy="52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939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DEB143-89C9-076B-466C-73BE156FD5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4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015F4D-DE23-F2FC-1853-93512C13AB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0594" y="300327"/>
            <a:ext cx="1196045" cy="52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367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6E11E5-B722-B4E0-8233-E8E58F314B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211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ADA43D-D69A-D7AE-81F9-ED5E4E7A18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912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41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A1305F-50C0-9117-EE66-5430C74994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414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14F403-DB38-13CA-CC40-CAE2A08832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6443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244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B8750C-22DC-D652-EE9D-9D81650FC9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8240" y="185696"/>
            <a:ext cx="726014" cy="31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36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19628F-1787-26D4-A797-33B2104580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05115D-2B3B-A0F2-8B96-FF372AE76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779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9252F8-DFBE-EC79-0D43-E7702CC284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079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252413-6471-13E8-59E6-F7EEDC0F0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6443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8940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449300-3D10-A0CB-2DB5-98F274AC66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22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AFCF80-E27A-06C5-A850-78E5A5D2C2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50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73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594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97F88-6791-2CCC-FDDE-DEB157237E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F15B13-1D93-97F4-3DBC-B06CC6F120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Week n – Topic:</a:t>
            </a:r>
          </a:p>
          <a:p>
            <a:r>
              <a:rPr lang="en-US" i="1" dirty="0"/>
              <a:t>“Subtitle”</a:t>
            </a:r>
          </a:p>
        </p:txBody>
      </p:sp>
    </p:spTree>
    <p:extLst>
      <p:ext uri="{BB962C8B-B14F-4D97-AF65-F5344CB8AC3E}">
        <p14:creationId xmlns:p14="http://schemas.microsoft.com/office/powerpoint/2010/main" val="3795026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F3D0C-6852-20C9-BE87-D0EBE466B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lang="en-US" dirty="0"/>
              <a:t>Terms to Remember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27554BC-B3B8-5E0F-2BAA-2455CB83A9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3859319"/>
              </p:ext>
            </p:extLst>
          </p:nvPr>
        </p:nvGraphicFramePr>
        <p:xfrm>
          <a:off x="965200" y="1709057"/>
          <a:ext cx="7213601" cy="4023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002">
                  <a:extLst>
                    <a:ext uri="{9D8B030D-6E8A-4147-A177-3AD203B41FA5}">
                      <a16:colId xmlns:a16="http://schemas.microsoft.com/office/drawing/2014/main" val="2834818674"/>
                    </a:ext>
                  </a:extLst>
                </a:gridCol>
                <a:gridCol w="5248599">
                  <a:extLst>
                    <a:ext uri="{9D8B030D-6E8A-4147-A177-3AD203B41FA5}">
                      <a16:colId xmlns:a16="http://schemas.microsoft.com/office/drawing/2014/main" val="2769425876"/>
                    </a:ext>
                  </a:extLst>
                </a:gridCol>
              </a:tblGrid>
              <a:tr h="334133">
                <a:tc>
                  <a:txBody>
                    <a:bodyPr/>
                    <a:lstStyle/>
                    <a:p>
                      <a:r>
                        <a:rPr lang="en-US" sz="1500"/>
                        <a:t>Term</a:t>
                      </a:r>
                    </a:p>
                  </a:txBody>
                  <a:tcPr marL="75939" marR="75939" marT="37970" marB="37970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Brief Meaning</a:t>
                      </a:r>
                    </a:p>
                  </a:txBody>
                  <a:tcPr marL="75939" marR="75939" marT="37970" marB="37970"/>
                </a:tc>
                <a:extLst>
                  <a:ext uri="{0D108BD9-81ED-4DB2-BD59-A6C34878D82A}">
                    <a16:rowId xmlns:a16="http://schemas.microsoft.com/office/drawing/2014/main" val="2585501838"/>
                  </a:ext>
                </a:extLst>
              </a:tr>
              <a:tr h="308820">
                <a:tc>
                  <a:txBody>
                    <a:bodyPr/>
                    <a:lstStyle/>
                    <a:p>
                      <a:endParaRPr lang="en-US" sz="1300" b="1" dirty="0"/>
                    </a:p>
                  </a:txBody>
                  <a:tcPr marL="75939" marR="75939" marT="37970" marB="3797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939" marR="75939" marT="37970" marB="37970"/>
                </a:tc>
                <a:extLst>
                  <a:ext uri="{0D108BD9-81ED-4DB2-BD59-A6C34878D82A}">
                    <a16:rowId xmlns:a16="http://schemas.microsoft.com/office/drawing/2014/main" val="2286987966"/>
                  </a:ext>
                </a:extLst>
              </a:tr>
              <a:tr h="308820">
                <a:tc>
                  <a:txBody>
                    <a:bodyPr/>
                    <a:lstStyle/>
                    <a:p>
                      <a:endParaRPr lang="en-US" sz="1300" b="1" dirty="0"/>
                    </a:p>
                  </a:txBody>
                  <a:tcPr marL="75939" marR="75939" marT="37970" marB="3797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939" marR="75939" marT="37970" marB="37970"/>
                </a:tc>
                <a:extLst>
                  <a:ext uri="{0D108BD9-81ED-4DB2-BD59-A6C34878D82A}">
                    <a16:rowId xmlns:a16="http://schemas.microsoft.com/office/drawing/2014/main" val="4271159523"/>
                  </a:ext>
                </a:extLst>
              </a:tr>
              <a:tr h="308820">
                <a:tc>
                  <a:txBody>
                    <a:bodyPr/>
                    <a:lstStyle/>
                    <a:p>
                      <a:endParaRPr lang="en-US" sz="1300" b="1" dirty="0"/>
                    </a:p>
                  </a:txBody>
                  <a:tcPr marL="75939" marR="75939" marT="37970" marB="3797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939" marR="75939" marT="37970" marB="37970"/>
                </a:tc>
                <a:extLst>
                  <a:ext uri="{0D108BD9-81ED-4DB2-BD59-A6C34878D82A}">
                    <a16:rowId xmlns:a16="http://schemas.microsoft.com/office/drawing/2014/main" val="3521909586"/>
                  </a:ext>
                </a:extLst>
              </a:tr>
              <a:tr h="300411">
                <a:tc>
                  <a:txBody>
                    <a:bodyPr/>
                    <a:lstStyle/>
                    <a:p>
                      <a:endParaRPr lang="en-US" sz="1300" b="1" dirty="0"/>
                    </a:p>
                  </a:txBody>
                  <a:tcPr marL="75939" marR="75939" marT="37970" marB="3797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939" marR="75939" marT="37970" marB="37970"/>
                </a:tc>
                <a:extLst>
                  <a:ext uri="{0D108BD9-81ED-4DB2-BD59-A6C34878D82A}">
                    <a16:rowId xmlns:a16="http://schemas.microsoft.com/office/drawing/2014/main" val="1196619962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endParaRPr lang="en-US" sz="1300" b="1" dirty="0"/>
                    </a:p>
                  </a:txBody>
                  <a:tcPr marL="75939" marR="75939" marT="37970" marB="3797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939" marR="75939" marT="37970" marB="37970"/>
                </a:tc>
                <a:extLst>
                  <a:ext uri="{0D108BD9-81ED-4DB2-BD59-A6C34878D82A}">
                    <a16:rowId xmlns:a16="http://schemas.microsoft.com/office/drawing/2014/main" val="3290694328"/>
                  </a:ext>
                </a:extLst>
              </a:tr>
              <a:tr h="308820">
                <a:tc>
                  <a:txBody>
                    <a:bodyPr/>
                    <a:lstStyle/>
                    <a:p>
                      <a:endParaRPr lang="en-US" sz="1300" b="1" dirty="0"/>
                    </a:p>
                  </a:txBody>
                  <a:tcPr marL="75939" marR="75939" marT="37970" marB="3797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dirty="0"/>
                    </a:p>
                  </a:txBody>
                  <a:tcPr marL="75939" marR="75939" marT="37970" marB="37970"/>
                </a:tc>
                <a:extLst>
                  <a:ext uri="{0D108BD9-81ED-4DB2-BD59-A6C34878D82A}">
                    <a16:rowId xmlns:a16="http://schemas.microsoft.com/office/drawing/2014/main" val="2245940545"/>
                  </a:ext>
                </a:extLst>
              </a:tr>
              <a:tr h="308820">
                <a:tc>
                  <a:txBody>
                    <a:bodyPr/>
                    <a:lstStyle/>
                    <a:p>
                      <a:endParaRPr lang="en-US" sz="1300" b="1" dirty="0"/>
                    </a:p>
                  </a:txBody>
                  <a:tcPr marL="75939" marR="75939" marT="37970" marB="3797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939" marR="75939" marT="37970" marB="37970"/>
                </a:tc>
                <a:extLst>
                  <a:ext uri="{0D108BD9-81ED-4DB2-BD59-A6C34878D82A}">
                    <a16:rowId xmlns:a16="http://schemas.microsoft.com/office/drawing/2014/main" val="2857803298"/>
                  </a:ext>
                </a:extLst>
              </a:tr>
              <a:tr h="30882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b="1" dirty="0"/>
                    </a:p>
                  </a:txBody>
                  <a:tcPr marL="75939" marR="75939" marT="37970" marB="3797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939" marR="75939" marT="37970" marB="37970"/>
                </a:tc>
                <a:extLst>
                  <a:ext uri="{0D108BD9-81ED-4DB2-BD59-A6C34878D82A}">
                    <a16:rowId xmlns:a16="http://schemas.microsoft.com/office/drawing/2014/main" val="2915929785"/>
                  </a:ext>
                </a:extLst>
              </a:tr>
              <a:tr h="308820">
                <a:tc>
                  <a:txBody>
                    <a:bodyPr/>
                    <a:lstStyle/>
                    <a:p>
                      <a:endParaRPr lang="en-US" sz="1300" b="1" dirty="0"/>
                    </a:p>
                  </a:txBody>
                  <a:tcPr marL="75939" marR="75939" marT="37970" marB="3797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939" marR="75939" marT="37970" marB="37970"/>
                </a:tc>
                <a:extLst>
                  <a:ext uri="{0D108BD9-81ED-4DB2-BD59-A6C34878D82A}">
                    <a16:rowId xmlns:a16="http://schemas.microsoft.com/office/drawing/2014/main" val="1497806748"/>
                  </a:ext>
                </a:extLst>
              </a:tr>
              <a:tr h="308820">
                <a:tc>
                  <a:txBody>
                    <a:bodyPr/>
                    <a:lstStyle/>
                    <a:p>
                      <a:endParaRPr lang="en-US" sz="1300" b="1" dirty="0"/>
                    </a:p>
                  </a:txBody>
                  <a:tcPr marL="75939" marR="75939" marT="37970" marB="3797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939" marR="75939" marT="37970" marB="37970"/>
                </a:tc>
                <a:extLst>
                  <a:ext uri="{0D108BD9-81ED-4DB2-BD59-A6C34878D82A}">
                    <a16:rowId xmlns:a16="http://schemas.microsoft.com/office/drawing/2014/main" val="2095033334"/>
                  </a:ext>
                </a:extLst>
              </a:tr>
              <a:tr h="308820">
                <a:tc>
                  <a:txBody>
                    <a:bodyPr/>
                    <a:lstStyle/>
                    <a:p>
                      <a:endParaRPr lang="en-US" sz="1300" b="1" dirty="0"/>
                    </a:p>
                  </a:txBody>
                  <a:tcPr marL="75939" marR="75939" marT="37970" marB="3797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939" marR="75939" marT="37970" marB="37970"/>
                </a:tc>
                <a:extLst>
                  <a:ext uri="{0D108BD9-81ED-4DB2-BD59-A6C34878D82A}">
                    <a16:rowId xmlns:a16="http://schemas.microsoft.com/office/drawing/2014/main" val="1646689938"/>
                  </a:ext>
                </a:extLst>
              </a:tr>
              <a:tr h="308820">
                <a:tc>
                  <a:txBody>
                    <a:bodyPr/>
                    <a:lstStyle/>
                    <a:p>
                      <a:endParaRPr lang="en-US" sz="1300" b="1" dirty="0"/>
                    </a:p>
                  </a:txBody>
                  <a:tcPr marL="75939" marR="75939" marT="37970" marB="3797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939" marR="75939" marT="37970" marB="37970"/>
                </a:tc>
                <a:extLst>
                  <a:ext uri="{0D108BD9-81ED-4DB2-BD59-A6C34878D82A}">
                    <a16:rowId xmlns:a16="http://schemas.microsoft.com/office/drawing/2014/main" val="3382760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6793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C1AD2-E72F-7796-291A-36CD12160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sz="3300" dirty="0"/>
              <a:t>What We Will Use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EEC5C-1292-A4A2-1E2D-A19D199A8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r>
              <a:rPr lang="en-US" dirty="0"/>
              <a:t>a</a:t>
            </a:r>
          </a:p>
        </p:txBody>
      </p:sp>
      <p:pic>
        <p:nvPicPr>
          <p:cNvPr id="28" name="Picture 27" descr="Computer script on a screen">
            <a:extLst>
              <a:ext uri="{FF2B5EF4-FFF2-40B4-BE49-F238E27FC236}">
                <a16:creationId xmlns:a16="http://schemas.microsoft.com/office/drawing/2014/main" id="{38D50984-DDEB-A743-533E-89C11F357B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23" r="50195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42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E6D73-36C1-785B-BF1E-F70A56E45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 anchor="t">
            <a:normAutofit/>
          </a:bodyPr>
          <a:lstStyle/>
          <a:p>
            <a:r>
              <a:rPr lang="en-US"/>
              <a:t>What We Will “Touch On” and Revisit Later</a:t>
            </a:r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8A78D41-48A5-98C1-1F53-FB08BC3F6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2160590"/>
            <a:ext cx="3915323" cy="37012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</a:t>
            </a:r>
          </a:p>
        </p:txBody>
      </p:sp>
      <p:pic>
        <p:nvPicPr>
          <p:cNvPr id="7" name="Graphic 6" descr="Disconnected">
            <a:extLst>
              <a:ext uri="{FF2B5EF4-FFF2-40B4-BE49-F238E27FC236}">
                <a16:creationId xmlns:a16="http://schemas.microsoft.com/office/drawing/2014/main" id="{634669AE-52A5-F086-9BDE-17982042AD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65562" y="2159000"/>
            <a:ext cx="2359152" cy="235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13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AE27B9D-0F04-458B-A718-F84902C7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7AB6435-428E-44C8-A107-8435183F6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659658D-9AE1-44D3-B002-2BA204AB9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3">
              <a:extLst>
                <a:ext uri="{FF2B5EF4-FFF2-40B4-BE49-F238E27FC236}">
                  <a16:creationId xmlns:a16="http://schemas.microsoft.com/office/drawing/2014/main" id="{2083C874-CFCD-47ED-9F98-DDB125C9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5">
              <a:extLst>
                <a:ext uri="{FF2B5EF4-FFF2-40B4-BE49-F238E27FC236}">
                  <a16:creationId xmlns:a16="http://schemas.microsoft.com/office/drawing/2014/main" id="{605E9946-A240-42E3-B6CD-E6691BF4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315B1B45-25C3-4C58-8EB8-41BCFA02A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7">
              <a:extLst>
                <a:ext uri="{FF2B5EF4-FFF2-40B4-BE49-F238E27FC236}">
                  <a16:creationId xmlns:a16="http://schemas.microsoft.com/office/drawing/2014/main" id="{87983A9A-7A69-406F-AFEA-AD2AE87E1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Rectangle 28">
              <a:extLst>
                <a:ext uri="{FF2B5EF4-FFF2-40B4-BE49-F238E27FC236}">
                  <a16:creationId xmlns:a16="http://schemas.microsoft.com/office/drawing/2014/main" id="{FFCBC4EF-C03E-4EED-9E9A-3097DECC0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F56545EE-F94F-4B4C-AA43-9D674566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2FE2A6B2-D45B-484C-BAFD-3F4508266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EC2132BF-207E-4FB2-B0FE-E6FD0A1D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8CC1AB3-4E10-DC1D-19E9-262AA9AD4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473227"/>
            <a:ext cx="6216024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/>
              <a:t>Review Coding Lab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9DC68C51-4C04-4FB3-8831-97CAFAF56E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43" b="6549"/>
          <a:stretch>
            <a:fillRect/>
          </a:stretch>
        </p:blipFill>
        <p:spPr>
          <a:xfrm>
            <a:off x="739476" y="609600"/>
            <a:ext cx="6216024" cy="363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274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16879-C24F-12E9-F810-6CB9C4BFA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>
            <a:normAutofit/>
          </a:bodyPr>
          <a:lstStyle/>
          <a:p>
            <a:r>
              <a:rPr lang="en-US" dirty="0"/>
              <a:t>Review: </a:t>
            </a:r>
            <a:br>
              <a:rPr lang="en-US" dirty="0"/>
            </a:br>
            <a:r>
              <a:rPr lang="en-US" dirty="0"/>
              <a:t>What Lab 02 Taught Us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DB8EF8-7380-591B-7DE8-88F9DC4878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8770414"/>
              </p:ext>
            </p:extLst>
          </p:nvPr>
        </p:nvGraphicFramePr>
        <p:xfrm>
          <a:off x="508397" y="2160588"/>
          <a:ext cx="6447234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91397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81353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1FA1E9A-A320-AF42-F414-B26C9B324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816638"/>
            <a:ext cx="2525519" cy="5224724"/>
          </a:xfrm>
        </p:spPr>
        <p:txBody>
          <a:bodyPr anchor="ctr">
            <a:normAutofit/>
          </a:bodyPr>
          <a:lstStyle/>
          <a:p>
            <a:r>
              <a:rPr lang="en-US" dirty="0"/>
              <a:t>Today’s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F45FF-FF75-2BF2-8B20-6A1AB01A6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9855" y="816638"/>
            <a:ext cx="3245645" cy="5224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64913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0265050-FD84-47EF-A163-6A481836C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11B064D-F4EB-4312-AEEA-6AFDB257E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4303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7041201-C3DD-4181-B0E0-5C960FFE5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29A678F-8D0F-4F98-85A6-797199C550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82463FFC-4B08-4AF2-AC5A-F681CE977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87C110A9-8F54-42F4-9B19-8D33F94DE5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9F5AD5FC-19DB-4C66-BDDA-043A6AAC9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52A3EAD-426D-4399-B7E0-81D26F7003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F842EF93-A507-4796-A726-0D0A9B751C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24F1410B-DBCE-471A-97C3-B96C0A7BB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0BBC8502-8D68-4CE4-B690-2EBB6BCCD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5BB2258-2A42-7358-855B-3C842DFC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US" sz="3800"/>
              <a:t>What Counts as Success Today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77CD7A-FE9E-475D-BF9C-78183B0B1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6968" y="0"/>
            <a:ext cx="483703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8FB340-C6CC-FE68-2C30-7F4BB19196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7880109"/>
              </p:ext>
            </p:extLst>
          </p:nvPr>
        </p:nvGraphicFramePr>
        <p:xfrm>
          <a:off x="3639407" y="944564"/>
          <a:ext cx="5019610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82066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8413C-E473-7BB1-5818-2D164CEF8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30655-1F44-A7A1-AD87-667B47681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535" y="1189369"/>
            <a:ext cx="4865966" cy="745462"/>
          </a:xfrm>
        </p:spPr>
        <p:txBody>
          <a:bodyPr>
            <a:normAutofit/>
          </a:bodyPr>
          <a:lstStyle/>
          <a:p>
            <a:r>
              <a:rPr lang="en-US" dirty="0"/>
              <a:t>Topic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1B117B-7548-ADF5-1699-217128A6553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17145" r="17145"/>
          <a:stretch/>
        </p:blipFill>
        <p:spPr>
          <a:xfrm>
            <a:off x="20" y="10"/>
            <a:ext cx="2050522" cy="6876278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842596" y="6858000"/>
                </a:lnTo>
                <a:lnTo>
                  <a:pt x="0" y="1191846"/>
                </a:lnTo>
                <a:close/>
              </a:path>
            </a:pathLst>
          </a:cu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29E677-A23F-A29E-45EE-905BCE0D8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9535" y="2160589"/>
            <a:ext cx="4865966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?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85F1924-E7B7-D63D-AEF2-560B04790698}"/>
              </a:ext>
            </a:extLst>
          </p:cNvPr>
          <p:cNvSpPr txBox="1">
            <a:spLocks/>
          </p:cNvSpPr>
          <p:nvPr/>
        </p:nvSpPr>
        <p:spPr>
          <a:xfrm>
            <a:off x="1835960" y="213080"/>
            <a:ext cx="2686558" cy="500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i="1" dirty="0"/>
              <a:t>Textbook Review</a:t>
            </a:r>
            <a:endParaRPr lang="en-US" sz="2000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241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FF8A41-8161-7F2E-C384-3F6C3C17B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Secton</a:t>
            </a:r>
            <a:r>
              <a:rPr lang="en-US" dirty="0"/>
              <a:t>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8F6F88-2E44-45BE-5E41-154C8AD99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371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FD963D-986F-1524-594C-94C6FC56F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01FA2D-2385-DABD-516E-8A2F33DC1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12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AE27B9D-0F04-458B-A718-F84902C7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7AB6435-428E-44C8-A107-8435183F6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659658D-9AE1-44D3-B002-2BA204AB9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2083C874-CFCD-47ED-9F98-DDB125C9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605E9946-A240-42E3-B6CD-E6691BF4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315B1B45-25C3-4C58-8EB8-41BCFA02A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87983A9A-7A69-406F-AFEA-AD2AE87E1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FFCBC4EF-C03E-4EED-9E9A-3097DECC0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F56545EE-F94F-4B4C-AA43-9D674566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2FE2A6B2-D45B-484C-BAFD-3F4508266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C2132BF-207E-4FB2-B0FE-E6FD0A1D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6" name="Picture 5" descr="An early morning coffee with bread and a newspaper on top of the table">
            <a:extLst>
              <a:ext uri="{FF2B5EF4-FFF2-40B4-BE49-F238E27FC236}">
                <a16:creationId xmlns:a16="http://schemas.microsoft.com/office/drawing/2014/main" id="{2CA68A41-59AC-F3FD-75C1-FCADEBC3CA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073" r="33544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908760-A3AD-E66A-3E04-035F758D7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5422" y="1678665"/>
            <a:ext cx="2915879" cy="237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/>
              <a:t>Break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4AA2D-3713-F440-C083-19BB24F18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5422" y="4050833"/>
            <a:ext cx="2920080" cy="10968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1800" dirty="0"/>
              <a:t>10 Minute “Human” </a:t>
            </a:r>
            <a:br>
              <a:rPr lang="en-US" sz="1800" dirty="0"/>
            </a:br>
            <a:r>
              <a:rPr lang="en-US" sz="1800" dirty="0"/>
              <a:t>bio-break</a:t>
            </a:r>
          </a:p>
        </p:txBody>
      </p:sp>
    </p:spTree>
    <p:extLst>
      <p:ext uri="{BB962C8B-B14F-4D97-AF65-F5344CB8AC3E}">
        <p14:creationId xmlns:p14="http://schemas.microsoft.com/office/powerpoint/2010/main" val="1244407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AE27B9D-0F04-458B-A718-F84902C7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7AB6435-428E-44C8-A107-8435183F6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59658D-9AE1-44D3-B002-2BA204AB9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2083C874-CFCD-47ED-9F98-DDB125C9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605E9946-A240-42E3-B6CD-E6691BF4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315B1B45-25C3-4C58-8EB8-41BCFA02A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87983A9A-7A69-406F-AFEA-AD2AE87E1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FFCBC4EF-C03E-4EED-9E9A-3097DECC0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F56545EE-F94F-4B4C-AA43-9D674566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2FE2A6B2-D45B-484C-BAFD-3F4508266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C2132BF-207E-4FB2-B0FE-E6FD0A1D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7" name="Picture 6" descr="Camera lens close up">
            <a:extLst>
              <a:ext uri="{FF2B5EF4-FFF2-40B4-BE49-F238E27FC236}">
                <a16:creationId xmlns:a16="http://schemas.microsoft.com/office/drawing/2014/main" id="{3F92D707-4F6F-1707-563F-DAA7E83D0F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91" t="909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4257526-B660-46EC-83FB-51CCCEF4D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5E54613B-CC3A-459D-97E1-23B891DE9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3405" y="0"/>
            <a:ext cx="54864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B21385D-063D-42D0-BD60-907E9F826D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921B275-E6A3-4146-9F5F-5CD28092A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23">
            <a:extLst>
              <a:ext uri="{FF2B5EF4-FFF2-40B4-BE49-F238E27FC236}">
                <a16:creationId xmlns:a16="http://schemas.microsoft.com/office/drawing/2014/main" id="{28E190A5-6423-4EE2-AF46-8B82F34BC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4A97AE97-5706-400B-8F09-602A25EA1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0860785A-BE10-40E0-8A0F-805CD3F59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C93F9C-2692-8651-EDC7-6D41F5D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8150" y="1678665"/>
            <a:ext cx="3427352" cy="236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/>
              <a:t>Demo</a:t>
            </a:r>
          </a:p>
        </p:txBody>
      </p:sp>
      <p:sp>
        <p:nvSpPr>
          <p:cNvPr id="38" name="Rectangle 27">
            <a:extLst>
              <a:ext uri="{FF2B5EF4-FFF2-40B4-BE49-F238E27FC236}">
                <a16:creationId xmlns:a16="http://schemas.microsoft.com/office/drawing/2014/main" id="{2CD66695-C096-4E32-9AC2-19B4EFD66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Rectangle 28">
            <a:extLst>
              <a:ext uri="{FF2B5EF4-FFF2-40B4-BE49-F238E27FC236}">
                <a16:creationId xmlns:a16="http://schemas.microsoft.com/office/drawing/2014/main" id="{A97E83CA-07FA-4B94-A213-9E6DA6FAC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2" name="Rectangle 29">
            <a:extLst>
              <a:ext uri="{FF2B5EF4-FFF2-40B4-BE49-F238E27FC236}">
                <a16:creationId xmlns:a16="http://schemas.microsoft.com/office/drawing/2014/main" id="{A531E02F-6391-4B0C-B1E1-D67E8EFC4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568558EC-35CA-4EC8-BB31-75AB78ACA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892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D7B8F8F-4528-4480-AFA3-A006195F5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0EAD0D-5DF0-3C27-244F-69BE59250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lang="en-US" dirty="0"/>
              <a:t>Demo Scenario</a:t>
            </a: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4F8B2185-AE38-43EA-9FA9-E5378AD73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0D36BD5A-BF22-48CD-8A55-28B19177C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2E2C4B-768E-D97F-9F33-8764314B38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7792911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27794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D85B7-E617-7232-3D45-118C5B1AF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23AC4-941F-5169-DAA0-DF23E55C8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41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D85B7-E617-7232-3D45-118C5B1AF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dirty="0"/>
              <a:t>Demo Evidence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23AC4-941F-5169-DAA0-DF23E55C8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0A8CDE13-EC6E-831B-0134-AE933CD2D1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430" r="39188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3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0D0E5-C82A-2821-F372-34D79453A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535" y="609600"/>
            <a:ext cx="4865966" cy="1320800"/>
          </a:xfrm>
        </p:spPr>
        <p:txBody>
          <a:bodyPr>
            <a:normAutofit/>
          </a:bodyPr>
          <a:lstStyle/>
          <a:p>
            <a:r>
              <a:rPr lang="en-US" dirty="0"/>
              <a:t>Demo Explanation</a:t>
            </a:r>
          </a:p>
        </p:txBody>
      </p:sp>
      <p:pic>
        <p:nvPicPr>
          <p:cNvPr id="5" name="Picture 4" descr="Dark blue shattered geometric chain">
            <a:extLst>
              <a:ext uri="{FF2B5EF4-FFF2-40B4-BE49-F238E27FC236}">
                <a16:creationId xmlns:a16="http://schemas.microsoft.com/office/drawing/2014/main" id="{377F6D4D-BE10-60D9-4BD4-003EB5B6667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72987" r="10239" b="-1"/>
          <a:stretch>
            <a:fillRect/>
          </a:stretch>
        </p:blipFill>
        <p:spPr>
          <a:xfrm>
            <a:off x="20" y="10"/>
            <a:ext cx="2050522" cy="6876278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842596" y="6858000"/>
                </a:lnTo>
                <a:lnTo>
                  <a:pt x="0" y="1191846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58CB4BA4-5207-43FB-9FA5-62223EF71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1191846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13BE1-56FB-86D8-D85E-F894C535F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9535" y="2160589"/>
            <a:ext cx="4865966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78229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4591B-4B2D-1C75-29AF-8BFC1214A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dirty="0"/>
              <a:t>Demo Add-On: Console Color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AA165-0504-B02C-E43F-0EC149BE0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After the plain demo works, add light console color.</a:t>
            </a:r>
          </a:p>
          <a:p>
            <a:pPr marL="0" indent="0">
              <a:buNone/>
            </a:pPr>
            <a:r>
              <a:rPr lang="en-US" dirty="0"/>
              <a:t>The color helps highlight:</a:t>
            </a:r>
          </a:p>
          <a:p>
            <a:r>
              <a:rPr lang="en-US" dirty="0"/>
              <a:t>section headings</a:t>
            </a:r>
          </a:p>
          <a:p>
            <a:r>
              <a:rPr lang="en-US" dirty="0"/>
              <a:t>passed tests</a:t>
            </a:r>
          </a:p>
          <a:p>
            <a:r>
              <a:rPr lang="en-US" dirty="0"/>
              <a:t>failed tests</a:t>
            </a:r>
          </a:p>
          <a:p>
            <a:r>
              <a:rPr lang="en-US" dirty="0"/>
              <a:t>important boundary cases</a:t>
            </a:r>
          </a:p>
        </p:txBody>
      </p:sp>
      <p:pic>
        <p:nvPicPr>
          <p:cNvPr id="5" name="Picture 4" descr="An abstract burst of blue and pink">
            <a:extLst>
              <a:ext uri="{FF2B5EF4-FFF2-40B4-BE49-F238E27FC236}">
                <a16:creationId xmlns:a16="http://schemas.microsoft.com/office/drawing/2014/main" id="{631304DC-0227-B850-27AB-8CF9F64274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146" r="32667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684944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F827-0A5A-D6D9-6C73-5ACE22424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dirty="0"/>
              <a:t>From Demo to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E31B9-CEED-D579-BC3C-E6F2B784D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Lab 0n</a:t>
            </a:r>
          </a:p>
        </p:txBody>
      </p:sp>
      <p:pic>
        <p:nvPicPr>
          <p:cNvPr id="5" name="Picture 4" descr="A row of samples for medical testing">
            <a:extLst>
              <a:ext uri="{FF2B5EF4-FFF2-40B4-BE49-F238E27FC236}">
                <a16:creationId xmlns:a16="http://schemas.microsoft.com/office/drawing/2014/main" id="{5406C1C5-46D3-5662-C887-3DA2319E77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375" r="4376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34720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38778-464A-01E4-5FE9-A651D96F3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dirty="0"/>
              <a:t>Walkthrough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96B46-5734-C699-CDD9-BD0D055D0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walkthrough artifact can help you:</a:t>
            </a:r>
          </a:p>
          <a:p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If you use it, you must explain the pattern in your own words, what you changes, and your decisions: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Chairs in a circle">
            <a:extLst>
              <a:ext uri="{FF2B5EF4-FFF2-40B4-BE49-F238E27FC236}">
                <a16:creationId xmlns:a16="http://schemas.microsoft.com/office/drawing/2014/main" id="{23C4C2E2-34BA-5263-91FA-971E8FF7A4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355" r="20053" b="-1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545372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FD9D7-DC22-67B7-C127-E213A7D7E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7981" y="609600"/>
            <a:ext cx="3207519" cy="1320800"/>
          </a:xfrm>
        </p:spPr>
        <p:txBody>
          <a:bodyPr anchor="ctr">
            <a:normAutofit/>
          </a:bodyPr>
          <a:lstStyle/>
          <a:p>
            <a:r>
              <a:rPr lang="en-US" b="1" dirty="0"/>
              <a:t>README Evidence</a:t>
            </a:r>
            <a:endParaRPr lang="en-US" dirty="0"/>
          </a:p>
        </p:txBody>
      </p:sp>
      <p:pic>
        <p:nvPicPr>
          <p:cNvPr id="7" name="Graphic 6" descr="Check List">
            <a:extLst>
              <a:ext uri="{FF2B5EF4-FFF2-40B4-BE49-F238E27FC236}">
                <a16:creationId xmlns:a16="http://schemas.microsoft.com/office/drawing/2014/main" id="{ECC9DEAD-0143-BEB6-CDDF-ECA972867E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908" y="1899262"/>
            <a:ext cx="2896429" cy="289642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0A1EC-C9C7-D8BC-8C60-91337D1A5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9367" y="2160589"/>
            <a:ext cx="3213882" cy="37685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Your README should show:</a:t>
            </a:r>
          </a:p>
          <a:p>
            <a:r>
              <a:rPr lang="en-US" dirty="0" err="1"/>
              <a:t>aaa</a:t>
            </a:r>
            <a:endParaRPr lang="en-US" dirty="0"/>
          </a:p>
          <a:p>
            <a:r>
              <a:rPr lang="en-US" dirty="0"/>
              <a:t>AI-use note, if applicable</a:t>
            </a:r>
          </a:p>
        </p:txBody>
      </p:sp>
    </p:spTree>
    <p:extLst>
      <p:ext uri="{BB962C8B-B14F-4D97-AF65-F5344CB8AC3E}">
        <p14:creationId xmlns:p14="http://schemas.microsoft.com/office/powerpoint/2010/main" val="1923963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CFEC8-C36E-8138-AFF9-1BCB8E92E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AI Use In Lab 0n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F7C5D-76E8-1B83-C806-C3C793996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</a:t>
            </a:r>
          </a:p>
        </p:txBody>
      </p:sp>
      <p:pic>
        <p:nvPicPr>
          <p:cNvPr id="5" name="Picture 4" descr="Robot operating a machine">
            <a:extLst>
              <a:ext uri="{FF2B5EF4-FFF2-40B4-BE49-F238E27FC236}">
                <a16:creationId xmlns:a16="http://schemas.microsoft.com/office/drawing/2014/main" id="{638035A6-8F2B-CFAB-F2A0-C40F7D534C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618" r="25100" b="1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854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lorful rolled magazines">
            <a:extLst>
              <a:ext uri="{FF2B5EF4-FFF2-40B4-BE49-F238E27FC236}">
                <a16:creationId xmlns:a16="http://schemas.microsoft.com/office/drawing/2014/main" id="{771DCBED-D310-6C5A-AFAE-9D7EAA4A697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prstClr val="white"/>
            </a:duotone>
          </a:blip>
          <a:srcRect l="29767" r="18385" b="-2"/>
          <a:stretch>
            <a:fillRect/>
          </a:stretch>
        </p:blipFill>
        <p:spPr>
          <a:xfrm>
            <a:off x="3814762" y="-1"/>
            <a:ext cx="5326856" cy="6858001"/>
          </a:xfrm>
          <a:custGeom>
            <a:avLst/>
            <a:gdLst/>
            <a:ahLst/>
            <a:cxnLst/>
            <a:rect l="l" t="t" r="r" b="b"/>
            <a:pathLst>
              <a:path w="7102474" h="6858001">
                <a:moveTo>
                  <a:pt x="417180" y="0"/>
                </a:moveTo>
                <a:lnTo>
                  <a:pt x="7102474" y="0"/>
                </a:lnTo>
                <a:lnTo>
                  <a:pt x="7102474" y="6858001"/>
                </a:lnTo>
                <a:lnTo>
                  <a:pt x="65002" y="6858001"/>
                </a:lnTo>
                <a:lnTo>
                  <a:pt x="1840421" y="4521201"/>
                </a:lnTo>
                <a:close/>
                <a:moveTo>
                  <a:pt x="0" y="0"/>
                </a:moveTo>
                <a:lnTo>
                  <a:pt x="417180" y="0"/>
                </a:lnTo>
                <a:lnTo>
                  <a:pt x="0" y="44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861510-CA61-0D1A-72BB-E420D0840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49" y="1678666"/>
            <a:ext cx="3842636" cy="23690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200"/>
              <a:t>Wrap 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DDF35-D014-F980-031E-B5A95948C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001" y="4050831"/>
            <a:ext cx="3834913" cy="10969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0315479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4C146-617D-4E39-D705-22B72B38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7981" y="609600"/>
            <a:ext cx="3207519" cy="1320800"/>
          </a:xfrm>
        </p:spPr>
        <p:txBody>
          <a:bodyPr anchor="ctr">
            <a:normAutofit/>
          </a:bodyPr>
          <a:lstStyle/>
          <a:p>
            <a:r>
              <a:rPr lang="en-US" b="1" dirty="0"/>
              <a:t>What To Carry Forward</a:t>
            </a:r>
            <a:endParaRPr lang="en-US" dirty="0"/>
          </a:p>
        </p:txBody>
      </p:sp>
      <p:pic>
        <p:nvPicPr>
          <p:cNvPr id="7" name="Graphic 6" descr="Finger Print">
            <a:extLst>
              <a:ext uri="{FF2B5EF4-FFF2-40B4-BE49-F238E27FC236}">
                <a16:creationId xmlns:a16="http://schemas.microsoft.com/office/drawing/2014/main" id="{9CDA5D42-CD20-71ED-88DF-C280BC6218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908" y="1899262"/>
            <a:ext cx="2896429" cy="289642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33235-9D16-6582-9577-58004FB83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9367" y="2160589"/>
            <a:ext cx="3213882" cy="37685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796929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E9555-1E16-8E8B-E548-105BA59C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dirty="0"/>
              <a:t>Lab 0n Success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FF21A-F8C1-15AA-C705-4530AE58A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r>
              <a:rPr lang="en-US" dirty="0"/>
              <a:t>a</a:t>
            </a:r>
          </a:p>
        </p:txBody>
      </p:sp>
      <p:pic>
        <p:nvPicPr>
          <p:cNvPr id="5" name="Picture 4" descr="Beakers with solution on shelf in lab">
            <a:extLst>
              <a:ext uri="{FF2B5EF4-FFF2-40B4-BE49-F238E27FC236}">
                <a16:creationId xmlns:a16="http://schemas.microsoft.com/office/drawing/2014/main" id="{255A690D-4CB8-0C66-184B-33949F8D65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287" r="24330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131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85D3F-E078-FC55-695F-976B83CD5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E882C46-7257-FC97-CBC6-E983CBE66D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5994012"/>
              </p:ext>
            </p:extLst>
          </p:nvPr>
        </p:nvGraphicFramePr>
        <p:xfrm>
          <a:off x="609599" y="2160590"/>
          <a:ext cx="6347714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779268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9F70-8F60-D3FC-3A79-9DFB4AC2D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7981" y="609600"/>
            <a:ext cx="3207519" cy="1320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 b="1"/>
              <a:t>How To Use The Textbook For Next Week's Reading</a:t>
            </a:r>
            <a:endParaRPr lang="en-US" sz="2500"/>
          </a:p>
        </p:txBody>
      </p:sp>
      <p:pic>
        <p:nvPicPr>
          <p:cNvPr id="7" name="Graphic 6" descr="Books">
            <a:extLst>
              <a:ext uri="{FF2B5EF4-FFF2-40B4-BE49-F238E27FC236}">
                <a16:creationId xmlns:a16="http://schemas.microsoft.com/office/drawing/2014/main" id="{CB844410-8630-6014-129E-F9F9F6F089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908" y="1899262"/>
            <a:ext cx="2896429" cy="289642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DEBDE-72CE-C2D6-1555-027E1505B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9367" y="2160589"/>
            <a:ext cx="3213882" cy="376857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699964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09B7E24-271E-4A3A-9D65-EE95ED972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5C59434-03B2-4F06-8362-A01DD785E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FDF3815-C9F7-4B9E-A371-DE71C4E9D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34C30A41-6D9F-42F2-BE4A-B6D2E4400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8577AE11-EC00-4E67-9DDD-624E9DA123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406A24DE-7A6F-4459-9A79-712243D200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BFEBE697-7D77-4AC8-8E68-0483B47DF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49FC7B15-C721-4A23-8F6A-2CFA77C61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164E8ACB-FC50-451D-AF0A-879ABC6EA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D5F354A0-F0C9-4254-A913-DD68E78161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9B01B525-8D81-44A3-BC1F-C711B89D23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B291DAF8-8CBA-95A1-BEA8-AAD0C09C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752" y="1265314"/>
            <a:ext cx="3572668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 dirty="0"/>
              <a:t>Thank you!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Have Fun!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E61A93-6BD2-677B-DBB4-F66B15926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30752" y="4514446"/>
            <a:ext cx="3224749" cy="87104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800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DC5C86B-28CE-4597-97B7-4C09E2014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380" y="1270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Graphic 8" descr="Thumbs Up Sign">
            <a:extLst>
              <a:ext uri="{FF2B5EF4-FFF2-40B4-BE49-F238E27FC236}">
                <a16:creationId xmlns:a16="http://schemas.microsoft.com/office/drawing/2014/main" id="{CD1A5982-49F4-6629-1884-3B7061C5B5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453" y="2020850"/>
            <a:ext cx="2824269" cy="282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6822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0DAF8575-DDD0-43E3-95E0-CF812F06A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CCA1792-C598-45A3-82EC-60F305DCB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84F3208-0F93-4217-AB03-C74E56572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F862CE08-0EF8-4D30-9F34-5CEF2E35C9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34" name="Rectangle 25">
              <a:extLst>
                <a:ext uri="{FF2B5EF4-FFF2-40B4-BE49-F238E27FC236}">
                  <a16:creationId xmlns:a16="http://schemas.microsoft.com/office/drawing/2014/main" id="{CF707B85-7DC9-4931-8C39-C2802F1FF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39409EB7-9549-43B7-9597-771D971CA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36" name="Rectangle 27">
              <a:extLst>
                <a:ext uri="{FF2B5EF4-FFF2-40B4-BE49-F238E27FC236}">
                  <a16:creationId xmlns:a16="http://schemas.microsoft.com/office/drawing/2014/main" id="{995D6453-5D14-445F-B965-BA2F9177D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37" name="Rectangle 28">
              <a:extLst>
                <a:ext uri="{FF2B5EF4-FFF2-40B4-BE49-F238E27FC236}">
                  <a16:creationId xmlns:a16="http://schemas.microsoft.com/office/drawing/2014/main" id="{562F0BDF-F752-4F9D-826C-376BA43AF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38" name="Rectangle 29">
              <a:extLst>
                <a:ext uri="{FF2B5EF4-FFF2-40B4-BE49-F238E27FC236}">
                  <a16:creationId xmlns:a16="http://schemas.microsoft.com/office/drawing/2014/main" id="{019CD532-CC2D-41A0-B2E5-1A177CC060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751829B1-B54D-428F-B99F-234847A0C3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C8483DED-5995-47C7-9E6E-3340224B3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47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49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50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51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49E825F-4B9A-39D7-7B45-468D7B3501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688640" y="782755"/>
            <a:ext cx="7845760" cy="523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4982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0622-6194-2CC7-4489-A2CB9355E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Useful AI Prompt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4359E-464A-DA30-EFD5-4AAB4A198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“Prompt goes here …”</a:t>
            </a:r>
          </a:p>
        </p:txBody>
      </p:sp>
      <p:pic>
        <p:nvPicPr>
          <p:cNvPr id="21" name="Picture 20" descr="Computer code representation.">
            <a:extLst>
              <a:ext uri="{FF2B5EF4-FFF2-40B4-BE49-F238E27FC236}">
                <a16:creationId xmlns:a16="http://schemas.microsoft.com/office/drawing/2014/main" id="{8A728018-283E-379A-70A7-867E4A3D72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524" r="27436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25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410D77-E7C1-DDF5-0FD1-14A5194BF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473227"/>
            <a:ext cx="6216024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dirty="0"/>
              <a:t>Image Slide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85C1AE-67D2-9312-4902-A1548DA1377B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0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Facet">
  <a:themeElements>
    <a:clrScheme name="Southwest Tech">
      <a:dk1>
        <a:srgbClr val="0B4F8A"/>
      </a:dk1>
      <a:lt1>
        <a:sysClr val="window" lastClr="FFFFFF"/>
      </a:lt1>
      <a:dk2>
        <a:srgbClr val="6F6F6F"/>
      </a:dk2>
      <a:lt2>
        <a:srgbClr val="F4F6F8"/>
      </a:lt2>
      <a:accent1>
        <a:srgbClr val="0B4F8A"/>
      </a:accent1>
      <a:accent2>
        <a:srgbClr val="2E73B8"/>
      </a:accent2>
      <a:accent3>
        <a:srgbClr val="F2B705"/>
      </a:accent3>
      <a:accent4>
        <a:srgbClr val="6F6F6F"/>
      </a:accent4>
      <a:accent5>
        <a:srgbClr val="2E73B8"/>
      </a:accent5>
      <a:accent6>
        <a:srgbClr val="F2B705"/>
      </a:accent6>
      <a:hlink>
        <a:srgbClr val="2E73B8"/>
      </a:hlink>
      <a:folHlink>
        <a:srgbClr val="0B4F8A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7615</TotalTime>
  <Words>850</Words>
  <Application>Microsoft Office PowerPoint</Application>
  <PresentationFormat>On-screen Show (4:3)</PresentationFormat>
  <Paragraphs>161</Paragraphs>
  <Slides>31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Arial</vt:lpstr>
      <vt:lpstr>Trebuchet MS</vt:lpstr>
      <vt:lpstr>Wingdings 3</vt:lpstr>
      <vt:lpstr>Facet</vt:lpstr>
      <vt:lpstr>Introduction To Algorithms</vt:lpstr>
      <vt:lpstr>Terms to Remember</vt:lpstr>
      <vt:lpstr>What We Will Use Today</vt:lpstr>
      <vt:lpstr>What We Will “Touch On” and Revisit Later</vt:lpstr>
      <vt:lpstr>Review Coding Lab</vt:lpstr>
      <vt:lpstr>Review:  What Lab 02 Taught Us</vt:lpstr>
      <vt:lpstr>Today’s Question</vt:lpstr>
      <vt:lpstr>What Counts as Success Today</vt:lpstr>
      <vt:lpstr>Topic</vt:lpstr>
      <vt:lpstr>Secton?</vt:lpstr>
      <vt:lpstr>Topic</vt:lpstr>
      <vt:lpstr>Break</vt:lpstr>
      <vt:lpstr>Demo</vt:lpstr>
      <vt:lpstr>Demo Scenario</vt:lpstr>
      <vt:lpstr>PowerPoint Presentation</vt:lpstr>
      <vt:lpstr>Demo Evidence</vt:lpstr>
      <vt:lpstr>Demo Explanation</vt:lpstr>
      <vt:lpstr>Demo Add-On: Console Color</vt:lpstr>
      <vt:lpstr>From Demo to Lab</vt:lpstr>
      <vt:lpstr>Walkthrough Support</vt:lpstr>
      <vt:lpstr>README Evidence</vt:lpstr>
      <vt:lpstr>AI Use In Lab 0n</vt:lpstr>
      <vt:lpstr>Wrap up</vt:lpstr>
      <vt:lpstr>What To Carry Forward</vt:lpstr>
      <vt:lpstr>Lab 0n Success Check</vt:lpstr>
      <vt:lpstr>Next Step</vt:lpstr>
      <vt:lpstr>How To Use The Textbook For Next Week's Reading</vt:lpstr>
      <vt:lpstr>Thank you!  Have Fun!</vt:lpstr>
      <vt:lpstr>PowerPoint Presentation</vt:lpstr>
      <vt:lpstr>Useful AI Prompt Pattern</vt:lpstr>
      <vt:lpstr>Image Slide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Cash Myers</dc:creator>
  <cp:keywords/>
  <dc:description>generated using python-pptx</dc:description>
  <cp:lastModifiedBy>Cash Myers</cp:lastModifiedBy>
  <cp:revision>119</cp:revision>
  <dcterms:created xsi:type="dcterms:W3CDTF">2013-01-27T09:14:16Z</dcterms:created>
  <dcterms:modified xsi:type="dcterms:W3CDTF">2026-06-04T19:31:02Z</dcterms:modified>
  <cp:category/>
</cp:coreProperties>
</file>